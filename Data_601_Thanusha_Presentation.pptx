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2"/>
  </p:notesMasterIdLst>
  <p:handoutMasterIdLst>
    <p:handoutMasterId r:id="rId23"/>
  </p:handoutMasterIdLst>
  <p:sldIdLst>
    <p:sldId id="2561" r:id="rId5"/>
    <p:sldId id="2564" r:id="rId6"/>
    <p:sldId id="2562" r:id="rId7"/>
    <p:sldId id="2567" r:id="rId8"/>
    <p:sldId id="2563" r:id="rId9"/>
    <p:sldId id="2565" r:id="rId10"/>
    <p:sldId id="2566" r:id="rId11"/>
    <p:sldId id="2568" r:id="rId12"/>
    <p:sldId id="2570" r:id="rId13"/>
    <p:sldId id="2571" r:id="rId14"/>
    <p:sldId id="2572" r:id="rId15"/>
    <p:sldId id="2577" r:id="rId16"/>
    <p:sldId id="2578" r:id="rId17"/>
    <p:sldId id="2573" r:id="rId18"/>
    <p:sldId id="2574" r:id="rId19"/>
    <p:sldId id="2575" r:id="rId20"/>
    <p:sldId id="25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ather or Time? Understanding What Drives Capital Bikeshare Usage" id="{ADB38070-6154-493C-AF1F-ADAB1AB3F680}">
          <p14:sldIdLst>
            <p14:sldId id="2561"/>
          </p14:sldIdLst>
        </p14:section>
        <p14:section name="Exploration" id="{C2A2F8D7-DD87-4786-AC5D-1116CF92AF02}">
          <p14:sldIdLst>
            <p14:sldId id="2564"/>
            <p14:sldId id="2562"/>
            <p14:sldId id="2567"/>
            <p14:sldId id="2563"/>
            <p14:sldId id="2565"/>
          </p14:sldIdLst>
        </p14:section>
        <p14:section name="Discovery" id="{B9F9E4DA-42FC-457B-B70E-131C423E6ED4}">
          <p14:sldIdLst>
            <p14:sldId id="2566"/>
            <p14:sldId id="2568"/>
          </p14:sldIdLst>
        </p14:section>
        <p14:section name="Analysis: Modeling Approach and Results" id="{0972A80A-B612-4EBB-A2FC-2C705538091A}">
          <p14:sldIdLst>
            <p14:sldId id="2570"/>
            <p14:sldId id="2571"/>
            <p14:sldId id="2572"/>
            <p14:sldId id="2577"/>
            <p14:sldId id="2578"/>
          </p14:sldIdLst>
        </p14:section>
        <p14:section name="Application: Business Recommendations" id="{42B950F4-BBA5-41DE-AD3F-609873D9F00B}">
          <p14:sldIdLst>
            <p14:sldId id="2573"/>
            <p14:sldId id="2574"/>
          </p14:sldIdLst>
        </p14:section>
        <p14:section name="Reflection: Key Learning and Insight" id="{F5F77B53-2BB0-4B4A-B4FB-2EED1F06FDC4}">
          <p14:sldIdLst>
            <p14:sldId id="2575"/>
            <p14:sldId id="25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342C3F-47FB-484F-8AC6-B95E7FB7758E}" v="1155" dt="2025-10-08T17:26:34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3" autoAdjust="0"/>
    <p:restoredTop sz="83215" autoAdjust="0"/>
  </p:normalViewPr>
  <p:slideViewPr>
    <p:cSldViewPr showGuides="1">
      <p:cViewPr varScale="1">
        <p:scale>
          <a:sx n="44" d="100"/>
          <a:sy n="44" d="100"/>
        </p:scale>
        <p:origin x="784" y="2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usha Balasubramanian" userId="c23e4a9564a30274" providerId="LiveId" clId="{C0057975-6769-4F61-B129-3CB624F78F2C}"/>
    <pc:docChg chg="undo custSel addSld delSld modSld sldOrd modMainMaster modSection">
      <pc:chgData name="Thanusha Balasubramanian" userId="c23e4a9564a30274" providerId="LiveId" clId="{C0057975-6769-4F61-B129-3CB624F78F2C}" dt="2025-10-08T17:28:55.187" v="2627" actId="20577"/>
      <pc:docMkLst>
        <pc:docMk/>
      </pc:docMkLst>
      <pc:sldChg chg="modSp mod modAnim modNotesTx">
        <pc:chgData name="Thanusha Balasubramanian" userId="c23e4a9564a30274" providerId="LiveId" clId="{C0057975-6769-4F61-B129-3CB624F78F2C}" dt="2025-10-08T17:25:14.746" v="2606" actId="1076"/>
        <pc:sldMkLst>
          <pc:docMk/>
          <pc:sldMk cId="131253255" sldId="2561"/>
        </pc:sldMkLst>
        <pc:spChg chg="mod">
          <ac:chgData name="Thanusha Balasubramanian" userId="c23e4a9564a30274" providerId="LiveId" clId="{C0057975-6769-4F61-B129-3CB624F78F2C}" dt="2025-10-08T17:25:14.746" v="2606" actId="1076"/>
          <ac:spMkLst>
            <pc:docMk/>
            <pc:sldMk cId="131253255" sldId="2561"/>
            <ac:spMk id="2" creationId="{895B6AA9-5764-F9AE-1962-58A17E91A001}"/>
          </ac:spMkLst>
        </pc:spChg>
        <pc:spChg chg="mod">
          <ac:chgData name="Thanusha Balasubramanian" userId="c23e4a9564a30274" providerId="LiveId" clId="{C0057975-6769-4F61-B129-3CB624F78F2C}" dt="2025-10-08T17:25:09.732" v="2605" actId="1076"/>
          <ac:spMkLst>
            <pc:docMk/>
            <pc:sldMk cId="131253255" sldId="2561"/>
            <ac:spMk id="3" creationId="{6AB4A40D-EF21-B4C2-9CA4-30B735FF15F8}"/>
          </ac:spMkLst>
        </pc:spChg>
      </pc:sldChg>
      <pc:sldChg chg="modSp mod modAnim modNotesTx">
        <pc:chgData name="Thanusha Balasubramanian" userId="c23e4a9564a30274" providerId="LiveId" clId="{C0057975-6769-4F61-B129-3CB624F78F2C}" dt="2025-10-08T16:34:28.717" v="297" actId="20577"/>
        <pc:sldMkLst>
          <pc:docMk/>
          <pc:sldMk cId="4274350118" sldId="2562"/>
        </pc:sldMkLst>
        <pc:spChg chg="mod">
          <ac:chgData name="Thanusha Balasubramanian" userId="c23e4a9564a30274" providerId="LiveId" clId="{C0057975-6769-4F61-B129-3CB624F78F2C}" dt="2025-10-08T08:49:37.872" v="147" actId="403"/>
          <ac:spMkLst>
            <pc:docMk/>
            <pc:sldMk cId="4274350118" sldId="2562"/>
            <ac:spMk id="2" creationId="{3B46768F-64EB-281A-397D-40EE2D6DDB8F}"/>
          </ac:spMkLst>
        </pc:spChg>
      </pc:sldChg>
      <pc:sldChg chg="addSp delSp modSp mod setBg delAnim modNotesTx">
        <pc:chgData name="Thanusha Balasubramanian" userId="c23e4a9564a30274" providerId="LiveId" clId="{C0057975-6769-4F61-B129-3CB624F78F2C}" dt="2025-10-08T16:45:53.350" v="411" actId="14100"/>
        <pc:sldMkLst>
          <pc:docMk/>
          <pc:sldMk cId="1672170805" sldId="2563"/>
        </pc:sldMkLst>
        <pc:spChg chg="mod">
          <ac:chgData name="Thanusha Balasubramanian" userId="c23e4a9564a30274" providerId="LiveId" clId="{C0057975-6769-4F61-B129-3CB624F78F2C}" dt="2025-10-08T16:43:54.355" v="393" actId="113"/>
          <ac:spMkLst>
            <pc:docMk/>
            <pc:sldMk cId="1672170805" sldId="2563"/>
            <ac:spMk id="2" creationId="{6F32A1EC-B3A5-A95A-3C02-E6DB5E8E9E04}"/>
          </ac:spMkLst>
        </pc:spChg>
        <pc:spChg chg="del">
          <ac:chgData name="Thanusha Balasubramanian" userId="c23e4a9564a30274" providerId="LiveId" clId="{C0057975-6769-4F61-B129-3CB624F78F2C}" dt="2025-10-08T16:37:00.886" v="313" actId="478"/>
          <ac:spMkLst>
            <pc:docMk/>
            <pc:sldMk cId="1672170805" sldId="2563"/>
            <ac:spMk id="3" creationId="{02F9EDA0-2714-D42F-D6FC-E8F31F3B6222}"/>
          </ac:spMkLst>
        </pc:spChg>
        <pc:spChg chg="add del mod">
          <ac:chgData name="Thanusha Balasubramanian" userId="c23e4a9564a30274" providerId="LiveId" clId="{C0057975-6769-4F61-B129-3CB624F78F2C}" dt="2025-10-08T16:37:02.101" v="314" actId="478"/>
          <ac:spMkLst>
            <pc:docMk/>
            <pc:sldMk cId="1672170805" sldId="2563"/>
            <ac:spMk id="5" creationId="{967374C2-3DDF-EB94-0994-FB06330CCDC7}"/>
          </ac:spMkLst>
        </pc:spChg>
        <pc:picChg chg="add del mod">
          <ac:chgData name="Thanusha Balasubramanian" userId="c23e4a9564a30274" providerId="LiveId" clId="{C0057975-6769-4F61-B129-3CB624F78F2C}" dt="2025-10-08T16:37:49.357" v="320" actId="478"/>
          <ac:picMkLst>
            <pc:docMk/>
            <pc:sldMk cId="1672170805" sldId="2563"/>
            <ac:picMk id="7" creationId="{EBCD9F8E-945B-621B-DB60-EA16D4B07B6A}"/>
          </ac:picMkLst>
        </pc:picChg>
        <pc:picChg chg="add mod">
          <ac:chgData name="Thanusha Balasubramanian" userId="c23e4a9564a30274" providerId="LiveId" clId="{C0057975-6769-4F61-B129-3CB624F78F2C}" dt="2025-10-08T16:45:53.350" v="411" actId="14100"/>
          <ac:picMkLst>
            <pc:docMk/>
            <pc:sldMk cId="1672170805" sldId="2563"/>
            <ac:picMk id="9" creationId="{F65A1489-1C23-1687-A9C6-D22FDDC310D4}"/>
          </ac:picMkLst>
        </pc:picChg>
        <pc:picChg chg="add del mod ord">
          <ac:chgData name="Thanusha Balasubramanian" userId="c23e4a9564a30274" providerId="LiveId" clId="{C0057975-6769-4F61-B129-3CB624F78F2C}" dt="2025-10-08T16:40:24.743" v="358" actId="478"/>
          <ac:picMkLst>
            <pc:docMk/>
            <pc:sldMk cId="1672170805" sldId="2563"/>
            <ac:picMk id="10" creationId="{3BBA3F28-FA30-EF8D-13A9-3B4A375B6056}"/>
          </ac:picMkLst>
        </pc:picChg>
        <pc:picChg chg="add del">
          <ac:chgData name="Thanusha Balasubramanian" userId="c23e4a9564a30274" providerId="LiveId" clId="{C0057975-6769-4F61-B129-3CB624F78F2C}" dt="2025-10-08T16:41:01.770" v="360" actId="478"/>
          <ac:picMkLst>
            <pc:docMk/>
            <pc:sldMk cId="1672170805" sldId="2563"/>
            <ac:picMk id="11" creationId="{BC7AC688-AD78-2C3F-30B5-C0B6AA6BDE6F}"/>
          </ac:picMkLst>
        </pc:picChg>
        <pc:picChg chg="add mod">
          <ac:chgData name="Thanusha Balasubramanian" userId="c23e4a9564a30274" providerId="LiveId" clId="{C0057975-6769-4F61-B129-3CB624F78F2C}" dt="2025-10-08T16:45:45.615" v="407" actId="1076"/>
          <ac:picMkLst>
            <pc:docMk/>
            <pc:sldMk cId="1672170805" sldId="2563"/>
            <ac:picMk id="1026" creationId="{91624489-C953-2B90-0ABF-DD5D1B09729B}"/>
          </ac:picMkLst>
        </pc:picChg>
      </pc:sldChg>
      <pc:sldChg chg="addSp delSp modSp mod ord setBg modNotesTx">
        <pc:chgData name="Thanusha Balasubramanian" userId="c23e4a9564a30274" providerId="LiveId" clId="{C0057975-6769-4F61-B129-3CB624F78F2C}" dt="2025-10-08T17:27:51.140" v="2625" actId="14100"/>
        <pc:sldMkLst>
          <pc:docMk/>
          <pc:sldMk cId="1744622068" sldId="2564"/>
        </pc:sldMkLst>
        <pc:spChg chg="mod">
          <ac:chgData name="Thanusha Balasubramanian" userId="c23e4a9564a30274" providerId="LiveId" clId="{C0057975-6769-4F61-B129-3CB624F78F2C}" dt="2025-10-08T08:39:23.030" v="71" actId="14100"/>
          <ac:spMkLst>
            <pc:docMk/>
            <pc:sldMk cId="1744622068" sldId="2564"/>
            <ac:spMk id="2" creationId="{2401C7DC-71FD-12E3-0BA0-646B417B988B}"/>
          </ac:spMkLst>
        </pc:spChg>
        <pc:graphicFrameChg chg="mod modGraphic">
          <ac:chgData name="Thanusha Balasubramanian" userId="c23e4a9564a30274" providerId="LiveId" clId="{C0057975-6769-4F61-B129-3CB624F78F2C}" dt="2025-10-08T08:43:13.248" v="140" actId="20577"/>
          <ac:graphicFrameMkLst>
            <pc:docMk/>
            <pc:sldMk cId="1744622068" sldId="2564"/>
            <ac:graphicFrameMk id="5" creationId="{C9FD5CDB-9756-4068-8311-72E92B20546A}"/>
          </ac:graphicFrameMkLst>
        </pc:graphicFrameChg>
        <pc:picChg chg="add mod">
          <ac:chgData name="Thanusha Balasubramanian" userId="c23e4a9564a30274" providerId="LiveId" clId="{C0057975-6769-4F61-B129-3CB624F78F2C}" dt="2025-10-08T08:40:33.291" v="77" actId="1076"/>
          <ac:picMkLst>
            <pc:docMk/>
            <pc:sldMk cId="1744622068" sldId="2564"/>
            <ac:picMk id="3" creationId="{AA6A991E-95B3-0120-7B4F-EC07E2DB96F3}"/>
          </ac:picMkLst>
        </pc:picChg>
        <pc:picChg chg="add mod">
          <ac:chgData name="Thanusha Balasubramanian" userId="c23e4a9564a30274" providerId="LiveId" clId="{C0057975-6769-4F61-B129-3CB624F78F2C}" dt="2025-10-08T17:27:51.140" v="2625" actId="14100"/>
          <ac:picMkLst>
            <pc:docMk/>
            <pc:sldMk cId="1744622068" sldId="2564"/>
            <ac:picMk id="4" creationId="{8BBD6118-0EAF-F66B-512B-37A1FDCECAA6}"/>
          </ac:picMkLst>
        </pc:picChg>
        <pc:picChg chg="add del mod">
          <ac:chgData name="Thanusha Balasubramanian" userId="c23e4a9564a30274" providerId="LiveId" clId="{C0057975-6769-4F61-B129-3CB624F78F2C}" dt="2025-10-08T08:40:27.469" v="74" actId="478"/>
          <ac:picMkLst>
            <pc:docMk/>
            <pc:sldMk cId="1744622068" sldId="2564"/>
            <ac:picMk id="1026" creationId="{E04E22C9-907D-943C-1B02-6B11D11A01A1}"/>
          </ac:picMkLst>
        </pc:picChg>
      </pc:sldChg>
      <pc:sldChg chg="addSp delSp modSp mod delAnim modNotesTx">
        <pc:chgData name="Thanusha Balasubramanian" userId="c23e4a9564a30274" providerId="LiveId" clId="{C0057975-6769-4F61-B129-3CB624F78F2C}" dt="2025-10-08T16:48:46.318" v="468" actId="14100"/>
        <pc:sldMkLst>
          <pc:docMk/>
          <pc:sldMk cId="3674529725" sldId="2565"/>
        </pc:sldMkLst>
        <pc:spChg chg="mod">
          <ac:chgData name="Thanusha Balasubramanian" userId="c23e4a9564a30274" providerId="LiveId" clId="{C0057975-6769-4F61-B129-3CB624F78F2C}" dt="2025-10-08T16:47:44.719" v="455" actId="20577"/>
          <ac:spMkLst>
            <pc:docMk/>
            <pc:sldMk cId="3674529725" sldId="2565"/>
            <ac:spMk id="2" creationId="{862ACC64-FC69-D132-5A1D-81F6FADD8EB3}"/>
          </ac:spMkLst>
        </pc:spChg>
        <pc:spChg chg="del">
          <ac:chgData name="Thanusha Balasubramanian" userId="c23e4a9564a30274" providerId="LiveId" clId="{C0057975-6769-4F61-B129-3CB624F78F2C}" dt="2025-10-08T16:46:29.814" v="413" actId="478"/>
          <ac:spMkLst>
            <pc:docMk/>
            <pc:sldMk cId="3674529725" sldId="2565"/>
            <ac:spMk id="3" creationId="{B5078A13-BDAD-CDF9-1FEA-0401E35F52D7}"/>
          </ac:spMkLst>
        </pc:spChg>
        <pc:spChg chg="add del mod">
          <ac:chgData name="Thanusha Balasubramanian" userId="c23e4a9564a30274" providerId="LiveId" clId="{C0057975-6769-4F61-B129-3CB624F78F2C}" dt="2025-10-08T16:46:36.745" v="414" actId="478"/>
          <ac:spMkLst>
            <pc:docMk/>
            <pc:sldMk cId="3674529725" sldId="2565"/>
            <ac:spMk id="5" creationId="{A078DCDC-A450-B28E-C0D9-E12ED4AE367D}"/>
          </ac:spMkLst>
        </pc:spChg>
        <pc:picChg chg="add mod">
          <ac:chgData name="Thanusha Balasubramanian" userId="c23e4a9564a30274" providerId="LiveId" clId="{C0057975-6769-4F61-B129-3CB624F78F2C}" dt="2025-10-08T16:48:40.191" v="466" actId="14100"/>
          <ac:picMkLst>
            <pc:docMk/>
            <pc:sldMk cId="3674529725" sldId="2565"/>
            <ac:picMk id="7" creationId="{55026100-7238-223B-F2B4-5B7A1FA9DA74}"/>
          </ac:picMkLst>
        </pc:picChg>
        <pc:picChg chg="add mod ord">
          <ac:chgData name="Thanusha Balasubramanian" userId="c23e4a9564a30274" providerId="LiveId" clId="{C0057975-6769-4F61-B129-3CB624F78F2C}" dt="2025-10-08T16:48:46.318" v="468" actId="14100"/>
          <ac:picMkLst>
            <pc:docMk/>
            <pc:sldMk cId="3674529725" sldId="2565"/>
            <ac:picMk id="9" creationId="{4E47FDE2-5FCB-E05A-1015-8BEA63C50520}"/>
          </ac:picMkLst>
        </pc:picChg>
      </pc:sldChg>
      <pc:sldChg chg="modSp ord modNotesTx">
        <pc:chgData name="Thanusha Balasubramanian" userId="c23e4a9564a30274" providerId="LiveId" clId="{C0057975-6769-4F61-B129-3CB624F78F2C}" dt="2025-10-08T17:28:55.187" v="2627" actId="20577"/>
        <pc:sldMkLst>
          <pc:docMk/>
          <pc:sldMk cId="3904663719" sldId="2566"/>
        </pc:sldMkLst>
        <pc:spChg chg="mod">
          <ac:chgData name="Thanusha Balasubramanian" userId="c23e4a9564a30274" providerId="LiveId" clId="{C0057975-6769-4F61-B129-3CB624F78F2C}" dt="2025-10-08T16:50:31.434" v="501"/>
          <ac:spMkLst>
            <pc:docMk/>
            <pc:sldMk cId="3904663719" sldId="2566"/>
            <ac:spMk id="2" creationId="{998203D2-67BB-15FF-49E3-2E493F80FEA4}"/>
          </ac:spMkLst>
        </pc:spChg>
      </pc:sldChg>
      <pc:sldChg chg="addSp delSp modSp mod ord setBg modNotesTx">
        <pc:chgData name="Thanusha Balasubramanian" userId="c23e4a9564a30274" providerId="LiveId" clId="{C0057975-6769-4F61-B129-3CB624F78F2C}" dt="2025-10-08T17:26:06.666" v="2609"/>
        <pc:sldMkLst>
          <pc:docMk/>
          <pc:sldMk cId="3101533462" sldId="2567"/>
        </pc:sldMkLst>
        <pc:spChg chg="mod">
          <ac:chgData name="Thanusha Balasubramanian" userId="c23e4a9564a30274" providerId="LiveId" clId="{C0057975-6769-4F61-B129-3CB624F78F2C}" dt="2025-10-08T16:26:59.167" v="148" actId="1076"/>
          <ac:spMkLst>
            <pc:docMk/>
            <pc:sldMk cId="3101533462" sldId="2567"/>
            <ac:spMk id="2" creationId="{0C326A32-1E68-47E3-59C6-87384277A891}"/>
          </ac:spMkLst>
        </pc:spChg>
        <pc:spChg chg="add del mod">
          <ac:chgData name="Thanusha Balasubramanian" userId="c23e4a9564a30274" providerId="LiveId" clId="{C0057975-6769-4F61-B129-3CB624F78F2C}" dt="2025-10-08T16:32:18.470" v="291" actId="478"/>
          <ac:spMkLst>
            <pc:docMk/>
            <pc:sldMk cId="3101533462" sldId="2567"/>
            <ac:spMk id="6" creationId="{B96EB210-2CB3-9522-C497-70E5675A1D47}"/>
          </ac:spMkLst>
        </pc:spChg>
        <pc:graphicFrameChg chg="add mod modGraphic">
          <ac:chgData name="Thanusha Balasubramanian" userId="c23e4a9564a30274" providerId="LiveId" clId="{C0057975-6769-4F61-B129-3CB624F78F2C}" dt="2025-10-08T17:26:06.666" v="2609"/>
          <ac:graphicFrameMkLst>
            <pc:docMk/>
            <pc:sldMk cId="3101533462" sldId="2567"/>
            <ac:graphicFrameMk id="3" creationId="{AD2C3B53-DAE5-6838-1EEE-1665319D94DA}"/>
          </ac:graphicFrameMkLst>
        </pc:graphicFrameChg>
        <pc:graphicFrameChg chg="del mod modGraphic">
          <ac:chgData name="Thanusha Balasubramanian" userId="c23e4a9564a30274" providerId="LiveId" clId="{C0057975-6769-4F61-B129-3CB624F78F2C}" dt="2025-10-08T16:32:16.061" v="290" actId="478"/>
          <ac:graphicFrameMkLst>
            <pc:docMk/>
            <pc:sldMk cId="3101533462" sldId="2567"/>
            <ac:graphicFrameMk id="5" creationId="{DAA5FB03-589A-4F21-8C13-C52C9F122C07}"/>
          </ac:graphicFrameMkLst>
        </pc:graphicFrameChg>
        <pc:picChg chg="add mod">
          <ac:chgData name="Thanusha Balasubramanian" userId="c23e4a9564a30274" providerId="LiveId" clId="{C0057975-6769-4F61-B129-3CB624F78F2C}" dt="2025-10-08T16:33:02.185" v="295" actId="1076"/>
          <ac:picMkLst>
            <pc:docMk/>
            <pc:sldMk cId="3101533462" sldId="2567"/>
            <ac:picMk id="8" creationId="{E8CC045D-DB6F-457A-415A-ECA1AE5BCD33}"/>
          </ac:picMkLst>
        </pc:picChg>
      </pc:sldChg>
      <pc:sldChg chg="addSp delSp modSp mod setBg modNotesTx">
        <pc:chgData name="Thanusha Balasubramanian" userId="c23e4a9564a30274" providerId="LiveId" clId="{C0057975-6769-4F61-B129-3CB624F78F2C}" dt="2025-10-08T16:53:27.059" v="546" actId="1076"/>
        <pc:sldMkLst>
          <pc:docMk/>
          <pc:sldMk cId="1737118319" sldId="2568"/>
        </pc:sldMkLst>
        <pc:spChg chg="mod">
          <ac:chgData name="Thanusha Balasubramanian" userId="c23e4a9564a30274" providerId="LiveId" clId="{C0057975-6769-4F61-B129-3CB624F78F2C}" dt="2025-10-08T16:51:41.863" v="527" actId="1076"/>
          <ac:spMkLst>
            <pc:docMk/>
            <pc:sldMk cId="1737118319" sldId="2568"/>
            <ac:spMk id="2" creationId="{D7FFE549-244D-A324-8203-CBBF22B22E37}"/>
          </ac:spMkLst>
        </pc:spChg>
        <pc:spChg chg="add del mod">
          <ac:chgData name="Thanusha Balasubramanian" userId="c23e4a9564a30274" providerId="LiveId" clId="{C0057975-6769-4F61-B129-3CB624F78F2C}" dt="2025-10-08T16:50:46.590" v="504" actId="478"/>
          <ac:spMkLst>
            <pc:docMk/>
            <pc:sldMk cId="1737118319" sldId="2568"/>
            <ac:spMk id="4" creationId="{4C7E1C2C-CF58-4788-CD50-4D644A2B7028}"/>
          </ac:spMkLst>
        </pc:spChg>
        <pc:graphicFrameChg chg="del">
          <ac:chgData name="Thanusha Balasubramanian" userId="c23e4a9564a30274" providerId="LiveId" clId="{C0057975-6769-4F61-B129-3CB624F78F2C}" dt="2025-10-08T16:50:44.480" v="503" actId="478"/>
          <ac:graphicFrameMkLst>
            <pc:docMk/>
            <pc:sldMk cId="1737118319" sldId="2568"/>
            <ac:graphicFrameMk id="5" creationId="{36D07E70-4078-4836-9E5A-3C933D695DBD}"/>
          </ac:graphicFrameMkLst>
        </pc:graphicFrameChg>
        <pc:picChg chg="add del mod">
          <ac:chgData name="Thanusha Balasubramanian" userId="c23e4a9564a30274" providerId="LiveId" clId="{C0057975-6769-4F61-B129-3CB624F78F2C}" dt="2025-10-08T16:52:01.291" v="531" actId="22"/>
          <ac:picMkLst>
            <pc:docMk/>
            <pc:sldMk cId="1737118319" sldId="2568"/>
            <ac:picMk id="7" creationId="{28FC6E90-9E01-2720-8142-2BB1E16AC3C7}"/>
          </ac:picMkLst>
        </pc:picChg>
        <pc:picChg chg="add mod">
          <ac:chgData name="Thanusha Balasubramanian" userId="c23e4a9564a30274" providerId="LiveId" clId="{C0057975-6769-4F61-B129-3CB624F78F2C}" dt="2025-10-08T16:52:21.013" v="540" actId="1076"/>
          <ac:picMkLst>
            <pc:docMk/>
            <pc:sldMk cId="1737118319" sldId="2568"/>
            <ac:picMk id="9" creationId="{7A704244-8577-C9A1-F564-395B8EC98CE5}"/>
          </ac:picMkLst>
        </pc:picChg>
        <pc:picChg chg="add mod">
          <ac:chgData name="Thanusha Balasubramanian" userId="c23e4a9564a30274" providerId="LiveId" clId="{C0057975-6769-4F61-B129-3CB624F78F2C}" dt="2025-10-08T16:53:27.059" v="546" actId="1076"/>
          <ac:picMkLst>
            <pc:docMk/>
            <pc:sldMk cId="1737118319" sldId="2568"/>
            <ac:picMk id="2050" creationId="{2D3F73AC-1596-8C97-479B-2BC67C9DA525}"/>
          </ac:picMkLst>
        </pc:picChg>
      </pc:sldChg>
      <pc:sldChg chg="modSp del">
        <pc:chgData name="Thanusha Balasubramanian" userId="c23e4a9564a30274" providerId="LiveId" clId="{C0057975-6769-4F61-B129-3CB624F78F2C}" dt="2025-10-08T16:51:06.252" v="505" actId="2696"/>
        <pc:sldMkLst>
          <pc:docMk/>
          <pc:sldMk cId="4003732578" sldId="2569"/>
        </pc:sldMkLst>
        <pc:spChg chg="mod">
          <ac:chgData name="Thanusha Balasubramanian" userId="c23e4a9564a30274" providerId="LiveId" clId="{C0057975-6769-4F61-B129-3CB624F78F2C}" dt="2025-10-08T08:37:04.346" v="43"/>
          <ac:spMkLst>
            <pc:docMk/>
            <pc:sldMk cId="4003732578" sldId="2569"/>
            <ac:spMk id="2" creationId="{839B32ED-B966-4AA5-2D4F-4C656F9FC605}"/>
          </ac:spMkLst>
        </pc:spChg>
      </pc:sldChg>
      <pc:sldChg chg="modSp">
        <pc:chgData name="Thanusha Balasubramanian" userId="c23e4a9564a30274" providerId="LiveId" clId="{C0057975-6769-4F61-B129-3CB624F78F2C}" dt="2025-10-08T08:37:04.346" v="43"/>
        <pc:sldMkLst>
          <pc:docMk/>
          <pc:sldMk cId="3206171243" sldId="2570"/>
        </pc:sldMkLst>
        <pc:spChg chg="mod">
          <ac:chgData name="Thanusha Balasubramanian" userId="c23e4a9564a30274" providerId="LiveId" clId="{C0057975-6769-4F61-B129-3CB624F78F2C}" dt="2025-10-08T08:37:04.346" v="43"/>
          <ac:spMkLst>
            <pc:docMk/>
            <pc:sldMk cId="3206171243" sldId="2570"/>
            <ac:spMk id="2" creationId="{046FC733-0447-5F2C-F2BC-38C80EFEA8C8}"/>
          </ac:spMkLst>
        </pc:spChg>
      </pc:sldChg>
      <pc:sldChg chg="addSp delSp modSp mod modNotesTx">
        <pc:chgData name="Thanusha Balasubramanian" userId="c23e4a9564a30274" providerId="LiveId" clId="{C0057975-6769-4F61-B129-3CB624F78F2C}" dt="2025-10-08T16:59:50.930" v="788" actId="20577"/>
        <pc:sldMkLst>
          <pc:docMk/>
          <pc:sldMk cId="1411337226" sldId="2571"/>
        </pc:sldMkLst>
        <pc:spChg chg="mod">
          <ac:chgData name="Thanusha Balasubramanian" userId="c23e4a9564a30274" providerId="LiveId" clId="{C0057975-6769-4F61-B129-3CB624F78F2C}" dt="2025-10-08T16:53:53.072" v="547" actId="1076"/>
          <ac:spMkLst>
            <pc:docMk/>
            <pc:sldMk cId="1411337226" sldId="2571"/>
            <ac:spMk id="2" creationId="{E866F604-8457-F8A1-C82A-B648217107D5}"/>
          </ac:spMkLst>
        </pc:spChg>
        <pc:spChg chg="add del mod">
          <ac:chgData name="Thanusha Balasubramanian" userId="c23e4a9564a30274" providerId="LiveId" clId="{C0057975-6769-4F61-B129-3CB624F78F2C}" dt="2025-10-08T16:55:10.231" v="558" actId="478"/>
          <ac:spMkLst>
            <pc:docMk/>
            <pc:sldMk cId="1411337226" sldId="2571"/>
            <ac:spMk id="6" creationId="{A12E5E3B-C0BB-B844-4AF2-347B30DBABB0}"/>
          </ac:spMkLst>
        </pc:spChg>
        <pc:spChg chg="add mod">
          <ac:chgData name="Thanusha Balasubramanian" userId="c23e4a9564a30274" providerId="LiveId" clId="{C0057975-6769-4F61-B129-3CB624F78F2C}" dt="2025-10-08T16:59:50.930" v="788" actId="20577"/>
          <ac:spMkLst>
            <pc:docMk/>
            <pc:sldMk cId="1411337226" sldId="2571"/>
            <ac:spMk id="7" creationId="{1C158217-BEAB-7D70-9C55-F1D4EA3CEE12}"/>
          </ac:spMkLst>
        </pc:spChg>
        <pc:graphicFrameChg chg="add mod modGraphic">
          <ac:chgData name="Thanusha Balasubramanian" userId="c23e4a9564a30274" providerId="LiveId" clId="{C0057975-6769-4F61-B129-3CB624F78F2C}" dt="2025-10-08T16:59:28.862" v="776" actId="1076"/>
          <ac:graphicFrameMkLst>
            <pc:docMk/>
            <pc:sldMk cId="1411337226" sldId="2571"/>
            <ac:graphicFrameMk id="3" creationId="{1CE07854-C64C-BFCE-1FA3-92FF16CC7A31}"/>
          </ac:graphicFrameMkLst>
        </pc:graphicFrameChg>
        <pc:graphicFrameChg chg="del mod modGraphic">
          <ac:chgData name="Thanusha Balasubramanian" userId="c23e4a9564a30274" providerId="LiveId" clId="{C0057975-6769-4F61-B129-3CB624F78F2C}" dt="2025-10-08T16:55:08.591" v="557" actId="478"/>
          <ac:graphicFrameMkLst>
            <pc:docMk/>
            <pc:sldMk cId="1411337226" sldId="2571"/>
            <ac:graphicFrameMk id="5" creationId="{22BC79A2-1342-42A0-B17C-3E17C67DC563}"/>
          </ac:graphicFrameMkLst>
        </pc:graphicFrameChg>
      </pc:sldChg>
      <pc:sldChg chg="addSp delSp modSp mod modNotesTx">
        <pc:chgData name="Thanusha Balasubramanian" userId="c23e4a9564a30274" providerId="LiveId" clId="{C0057975-6769-4F61-B129-3CB624F78F2C}" dt="2025-10-08T17:07:09.008" v="1084" actId="20577"/>
        <pc:sldMkLst>
          <pc:docMk/>
          <pc:sldMk cId="3707933803" sldId="2572"/>
        </pc:sldMkLst>
        <pc:spChg chg="mod">
          <ac:chgData name="Thanusha Balasubramanian" userId="c23e4a9564a30274" providerId="LiveId" clId="{C0057975-6769-4F61-B129-3CB624F78F2C}" dt="2025-10-08T17:07:09.008" v="1084" actId="20577"/>
          <ac:spMkLst>
            <pc:docMk/>
            <pc:sldMk cId="3707933803" sldId="2572"/>
            <ac:spMk id="2" creationId="{9640D2D7-911F-C93A-C490-3C17E6DF1F1C}"/>
          </ac:spMkLst>
        </pc:spChg>
        <pc:spChg chg="add del mod">
          <ac:chgData name="Thanusha Balasubramanian" userId="c23e4a9564a30274" providerId="LiveId" clId="{C0057975-6769-4F61-B129-3CB624F78F2C}" dt="2025-10-08T17:01:31.488" v="853" actId="478"/>
          <ac:spMkLst>
            <pc:docMk/>
            <pc:sldMk cId="3707933803" sldId="2572"/>
            <ac:spMk id="6" creationId="{6890AB46-C30F-C9C9-F44E-017875F6EB45}"/>
          </ac:spMkLst>
        </pc:spChg>
        <pc:graphicFrameChg chg="add mod modGraphic">
          <ac:chgData name="Thanusha Balasubramanian" userId="c23e4a9564a30274" providerId="LiveId" clId="{C0057975-6769-4F61-B129-3CB624F78F2C}" dt="2025-10-08T17:04:11.060" v="1009" actId="20577"/>
          <ac:graphicFrameMkLst>
            <pc:docMk/>
            <pc:sldMk cId="3707933803" sldId="2572"/>
            <ac:graphicFrameMk id="3" creationId="{7C5B8346-B1D9-7050-ACD1-465CCC6DD9DF}"/>
          </ac:graphicFrameMkLst>
        </pc:graphicFrameChg>
        <pc:graphicFrameChg chg="del mod modGraphic">
          <ac:chgData name="Thanusha Balasubramanian" userId="c23e4a9564a30274" providerId="LiveId" clId="{C0057975-6769-4F61-B129-3CB624F78F2C}" dt="2025-10-08T17:01:29.412" v="852" actId="478"/>
          <ac:graphicFrameMkLst>
            <pc:docMk/>
            <pc:sldMk cId="3707933803" sldId="2572"/>
            <ac:graphicFrameMk id="5" creationId="{E014D0D8-8E1E-4079-81D0-6C2011B6430C}"/>
          </ac:graphicFrameMkLst>
        </pc:graphicFrameChg>
      </pc:sldChg>
      <pc:sldChg chg="modSp">
        <pc:chgData name="Thanusha Balasubramanian" userId="c23e4a9564a30274" providerId="LiveId" clId="{C0057975-6769-4F61-B129-3CB624F78F2C}" dt="2025-10-08T17:13:22.603" v="1437"/>
        <pc:sldMkLst>
          <pc:docMk/>
          <pc:sldMk cId="3431427210" sldId="2573"/>
        </pc:sldMkLst>
        <pc:spChg chg="mod">
          <ac:chgData name="Thanusha Balasubramanian" userId="c23e4a9564a30274" providerId="LiveId" clId="{C0057975-6769-4F61-B129-3CB624F78F2C}" dt="2025-10-08T17:13:22.603" v="1437"/>
          <ac:spMkLst>
            <pc:docMk/>
            <pc:sldMk cId="3431427210" sldId="2573"/>
            <ac:spMk id="2" creationId="{C0851F8F-E485-6643-141C-6B6615283753}"/>
          </ac:spMkLst>
        </pc:spChg>
      </pc:sldChg>
      <pc:sldChg chg="addSp delSp modSp mod modNotesTx">
        <pc:chgData name="Thanusha Balasubramanian" userId="c23e4a9564a30274" providerId="LiveId" clId="{C0057975-6769-4F61-B129-3CB624F78F2C}" dt="2025-10-08T17:15:52.613" v="1591" actId="1076"/>
        <pc:sldMkLst>
          <pc:docMk/>
          <pc:sldMk cId="3935195125" sldId="2574"/>
        </pc:sldMkLst>
        <pc:spChg chg="mod">
          <ac:chgData name="Thanusha Balasubramanian" userId="c23e4a9564a30274" providerId="LiveId" clId="{C0057975-6769-4F61-B129-3CB624F78F2C}" dt="2025-10-08T17:15:47.586" v="1589" actId="1076"/>
          <ac:spMkLst>
            <pc:docMk/>
            <pc:sldMk cId="3935195125" sldId="2574"/>
            <ac:spMk id="2" creationId="{27D3E80C-3562-6D63-35E7-47AD2589A269}"/>
          </ac:spMkLst>
        </pc:spChg>
        <pc:spChg chg="add del mod">
          <ac:chgData name="Thanusha Balasubramanian" userId="c23e4a9564a30274" providerId="LiveId" clId="{C0057975-6769-4F61-B129-3CB624F78F2C}" dt="2025-10-08T17:14:50.092" v="1577" actId="478"/>
          <ac:spMkLst>
            <pc:docMk/>
            <pc:sldMk cId="3935195125" sldId="2574"/>
            <ac:spMk id="6" creationId="{F764CC97-DC15-B9B1-4C42-C9288887CA0A}"/>
          </ac:spMkLst>
        </pc:spChg>
        <pc:graphicFrameChg chg="add mod modGraphic">
          <ac:chgData name="Thanusha Balasubramanian" userId="c23e4a9564a30274" providerId="LiveId" clId="{C0057975-6769-4F61-B129-3CB624F78F2C}" dt="2025-10-08T17:15:30.511" v="1583" actId="1076"/>
          <ac:graphicFrameMkLst>
            <pc:docMk/>
            <pc:sldMk cId="3935195125" sldId="2574"/>
            <ac:graphicFrameMk id="3" creationId="{E3348FD5-6EF2-0E62-6815-EE9BEBBB0F07}"/>
          </ac:graphicFrameMkLst>
        </pc:graphicFrameChg>
        <pc:graphicFrameChg chg="del modGraphic">
          <ac:chgData name="Thanusha Balasubramanian" userId="c23e4a9564a30274" providerId="LiveId" clId="{C0057975-6769-4F61-B129-3CB624F78F2C}" dt="2025-10-08T17:14:48.438" v="1576" actId="478"/>
          <ac:graphicFrameMkLst>
            <pc:docMk/>
            <pc:sldMk cId="3935195125" sldId="2574"/>
            <ac:graphicFrameMk id="5" creationId="{5535E4D0-FEA0-4892-8A2B-51F63ED55682}"/>
          </ac:graphicFrameMkLst>
        </pc:graphicFrameChg>
        <pc:picChg chg="add mod">
          <ac:chgData name="Thanusha Balasubramanian" userId="c23e4a9564a30274" providerId="LiveId" clId="{C0057975-6769-4F61-B129-3CB624F78F2C}" dt="2025-10-08T17:15:52.613" v="1591" actId="1076"/>
          <ac:picMkLst>
            <pc:docMk/>
            <pc:sldMk cId="3935195125" sldId="2574"/>
            <ac:picMk id="10" creationId="{84F4FA40-3C01-CDEA-CE82-5256DBA4657C}"/>
          </ac:picMkLst>
        </pc:picChg>
      </pc:sldChg>
      <pc:sldChg chg="modSp modNotesTx">
        <pc:chgData name="Thanusha Balasubramanian" userId="c23e4a9564a30274" providerId="LiveId" clId="{C0057975-6769-4F61-B129-3CB624F78F2C}" dt="2025-10-08T17:28:07.169" v="2626" actId="20577"/>
        <pc:sldMkLst>
          <pc:docMk/>
          <pc:sldMk cId="1094739662" sldId="2575"/>
        </pc:sldMkLst>
        <pc:spChg chg="mod">
          <ac:chgData name="Thanusha Balasubramanian" userId="c23e4a9564a30274" providerId="LiveId" clId="{C0057975-6769-4F61-B129-3CB624F78F2C}" dt="2025-10-08T17:16:43.318" v="1656"/>
          <ac:spMkLst>
            <pc:docMk/>
            <pc:sldMk cId="1094739662" sldId="2575"/>
            <ac:spMk id="2" creationId="{30915F7E-8A50-41FC-1A09-AF4AE7127F57}"/>
          </ac:spMkLst>
        </pc:spChg>
      </pc:sldChg>
      <pc:sldChg chg="modSp mod modAnim modNotesTx">
        <pc:chgData name="Thanusha Balasubramanian" userId="c23e4a9564a30274" providerId="LiveId" clId="{C0057975-6769-4F61-B129-3CB624F78F2C}" dt="2025-10-08T17:26:34.637" v="2622" actId="20577"/>
        <pc:sldMkLst>
          <pc:docMk/>
          <pc:sldMk cId="3944262272" sldId="2576"/>
        </pc:sldMkLst>
        <pc:spChg chg="mod">
          <ac:chgData name="Thanusha Balasubramanian" userId="c23e4a9564a30274" providerId="LiveId" clId="{C0057975-6769-4F61-B129-3CB624F78F2C}" dt="2025-10-08T17:17:01.691" v="1686" actId="20577"/>
          <ac:spMkLst>
            <pc:docMk/>
            <pc:sldMk cId="3944262272" sldId="2576"/>
            <ac:spMk id="2" creationId="{25F2444E-F05B-E809-D81D-83C29FED8480}"/>
          </ac:spMkLst>
        </pc:spChg>
        <pc:spChg chg="mod">
          <ac:chgData name="Thanusha Balasubramanian" userId="c23e4a9564a30274" providerId="LiveId" clId="{C0057975-6769-4F61-B129-3CB624F78F2C}" dt="2025-10-08T17:26:34.637" v="2622" actId="20577"/>
          <ac:spMkLst>
            <pc:docMk/>
            <pc:sldMk cId="3944262272" sldId="2576"/>
            <ac:spMk id="3" creationId="{D4DA26C1-3BF6-F565-B6DD-DFCE89E47297}"/>
          </ac:spMkLst>
        </pc:spChg>
      </pc:sldChg>
      <pc:sldChg chg="addSp delSp modSp add mod modNotesTx">
        <pc:chgData name="Thanusha Balasubramanian" userId="c23e4a9564a30274" providerId="LiveId" clId="{C0057975-6769-4F61-B129-3CB624F78F2C}" dt="2025-10-08T17:07:05.226" v="1079" actId="20577"/>
        <pc:sldMkLst>
          <pc:docMk/>
          <pc:sldMk cId="3952254195" sldId="2577"/>
        </pc:sldMkLst>
        <pc:spChg chg="mod">
          <ac:chgData name="Thanusha Balasubramanian" userId="c23e4a9564a30274" providerId="LiveId" clId="{C0057975-6769-4F61-B129-3CB624F78F2C}" dt="2025-10-08T17:07:05.226" v="1079" actId="20577"/>
          <ac:spMkLst>
            <pc:docMk/>
            <pc:sldMk cId="3952254195" sldId="2577"/>
            <ac:spMk id="2" creationId="{7C859ECB-B90F-7A96-9243-4F833C43EF12}"/>
          </ac:spMkLst>
        </pc:spChg>
        <pc:graphicFrameChg chg="del">
          <ac:chgData name="Thanusha Balasubramanian" userId="c23e4a9564a30274" providerId="LiveId" clId="{C0057975-6769-4F61-B129-3CB624F78F2C}" dt="2025-10-08T17:04:54.946" v="1013" actId="478"/>
          <ac:graphicFrameMkLst>
            <pc:docMk/>
            <pc:sldMk cId="3952254195" sldId="2577"/>
            <ac:graphicFrameMk id="3" creationId="{FE71A7E8-D7CF-FD7C-2927-86B6617AAD1F}"/>
          </ac:graphicFrameMkLst>
        </pc:graphicFrameChg>
        <pc:picChg chg="add del mod">
          <ac:chgData name="Thanusha Balasubramanian" userId="c23e4a9564a30274" providerId="LiveId" clId="{C0057975-6769-4F61-B129-3CB624F78F2C}" dt="2025-10-08T17:05:49.931" v="1022" actId="478"/>
          <ac:picMkLst>
            <pc:docMk/>
            <pc:sldMk cId="3952254195" sldId="2577"/>
            <ac:picMk id="5" creationId="{4956E6D7-B746-917C-438A-6E042B26A721}"/>
          </ac:picMkLst>
        </pc:picChg>
        <pc:picChg chg="add mod">
          <ac:chgData name="Thanusha Balasubramanian" userId="c23e4a9564a30274" providerId="LiveId" clId="{C0057975-6769-4F61-B129-3CB624F78F2C}" dt="2025-10-08T17:06:14.008" v="1029" actId="1076"/>
          <ac:picMkLst>
            <pc:docMk/>
            <pc:sldMk cId="3952254195" sldId="2577"/>
            <ac:picMk id="3074" creationId="{3DFDC673-2BEB-A2EC-C5B3-F0DCB64F0E42}"/>
          </ac:picMkLst>
        </pc:picChg>
        <pc:picChg chg="add mod">
          <ac:chgData name="Thanusha Balasubramanian" userId="c23e4a9564a30274" providerId="LiveId" clId="{C0057975-6769-4F61-B129-3CB624F78F2C}" dt="2025-10-08T17:06:12.224" v="1028" actId="14100"/>
          <ac:picMkLst>
            <pc:docMk/>
            <pc:sldMk cId="3952254195" sldId="2577"/>
            <ac:picMk id="3076" creationId="{C05C84A3-E592-52A9-55B4-70B456A7DD87}"/>
          </ac:picMkLst>
        </pc:picChg>
      </pc:sldChg>
      <pc:sldChg chg="addSp delSp modSp add mod modNotesTx">
        <pc:chgData name="Thanusha Balasubramanian" userId="c23e4a9564a30274" providerId="LiveId" clId="{C0057975-6769-4F61-B129-3CB624F78F2C}" dt="2025-10-08T17:12:43.009" v="1425" actId="20577"/>
        <pc:sldMkLst>
          <pc:docMk/>
          <pc:sldMk cId="1197759583" sldId="2578"/>
        </pc:sldMkLst>
        <pc:spChg chg="mod">
          <ac:chgData name="Thanusha Balasubramanian" userId="c23e4a9564a30274" providerId="LiveId" clId="{C0057975-6769-4F61-B129-3CB624F78F2C}" dt="2025-10-08T17:09:24.164" v="1135" actId="14100"/>
          <ac:spMkLst>
            <pc:docMk/>
            <pc:sldMk cId="1197759583" sldId="2578"/>
            <ac:spMk id="2" creationId="{639C9FD8-0E01-C862-FD3F-0925B901A457}"/>
          </ac:spMkLst>
        </pc:spChg>
        <pc:spChg chg="add mod">
          <ac:chgData name="Thanusha Balasubramanian" userId="c23e4a9564a30274" providerId="LiveId" clId="{C0057975-6769-4F61-B129-3CB624F78F2C}" dt="2025-10-08T17:10:37.015" v="1207" actId="20577"/>
          <ac:spMkLst>
            <pc:docMk/>
            <pc:sldMk cId="1197759583" sldId="2578"/>
            <ac:spMk id="3" creationId="{BB888C55-20F7-C15E-C7C3-3DA0072469B1}"/>
          </ac:spMkLst>
        </pc:spChg>
        <pc:picChg chg="del">
          <ac:chgData name="Thanusha Balasubramanian" userId="c23e4a9564a30274" providerId="LiveId" clId="{C0057975-6769-4F61-B129-3CB624F78F2C}" dt="2025-10-08T17:08:20.139" v="1117" actId="478"/>
          <ac:picMkLst>
            <pc:docMk/>
            <pc:sldMk cId="1197759583" sldId="2578"/>
            <ac:picMk id="3074" creationId="{9E477238-B391-BA08-FCFC-A208697B898B}"/>
          </ac:picMkLst>
        </pc:picChg>
        <pc:picChg chg="del">
          <ac:chgData name="Thanusha Balasubramanian" userId="c23e4a9564a30274" providerId="LiveId" clId="{C0057975-6769-4F61-B129-3CB624F78F2C}" dt="2025-10-08T17:08:20.981" v="1118" actId="478"/>
          <ac:picMkLst>
            <pc:docMk/>
            <pc:sldMk cId="1197759583" sldId="2578"/>
            <ac:picMk id="3076" creationId="{17AFACF2-5395-633B-075F-D12B0769D778}"/>
          </ac:picMkLst>
        </pc:picChg>
        <pc:picChg chg="add mod">
          <ac:chgData name="Thanusha Balasubramanian" userId="c23e4a9564a30274" providerId="LiveId" clId="{C0057975-6769-4F61-B129-3CB624F78F2C}" dt="2025-10-08T17:09:29.312" v="1136" actId="1076"/>
          <ac:picMkLst>
            <pc:docMk/>
            <pc:sldMk cId="1197759583" sldId="2578"/>
            <ac:picMk id="4098" creationId="{C3B17F75-37D9-45A3-CBDE-4FE9BFFEFE1D}"/>
          </ac:picMkLst>
        </pc:picChg>
      </pc:sldChg>
      <pc:sldMasterChg chg="modSldLayout">
        <pc:chgData name="Thanusha Balasubramanian" userId="c23e4a9564a30274" providerId="LiveId" clId="{C0057975-6769-4F61-B129-3CB624F78F2C}" dt="2025-10-08T08:37:04.346" v="43"/>
        <pc:sldMasterMkLst>
          <pc:docMk/>
          <pc:sldMasterMk cId="2030663256" sldId="2147484170"/>
        </pc:sldMasterMkLst>
        <pc:sldLayoutChg chg="addSp delSp">
          <pc:chgData name="Thanusha Balasubramanian" userId="c23e4a9564a30274" providerId="LiveId" clId="{C0057975-6769-4F61-B129-3CB624F78F2C}" dt="2025-10-08T08:37:04.346" v="43"/>
          <pc:sldLayoutMkLst>
            <pc:docMk/>
            <pc:sldMasterMk cId="2030663256" sldId="2147484170"/>
            <pc:sldLayoutMk cId="3023892428" sldId="2147484183"/>
          </pc:sldLayoutMkLst>
          <pc:spChg chg="add del">
            <ac:chgData name="Thanusha Balasubramanian" userId="c23e4a9564a30274" providerId="LiveId" clId="{C0057975-6769-4F61-B129-3CB624F78F2C}" dt="2025-10-08T08:37:04.346" v="43"/>
            <ac:spMkLst>
              <pc:docMk/>
              <pc:sldMasterMk cId="2030663256" sldId="2147484170"/>
              <pc:sldLayoutMk cId="3023892428" sldId="2147484183"/>
              <ac:spMk id="7" creationId="{26AC1F45-7001-8B9F-DFF6-7AB9BDFFEEB2}"/>
            </ac:spMkLst>
          </pc:spChg>
          <pc:spChg chg="add del">
            <ac:chgData name="Thanusha Balasubramanian" userId="c23e4a9564a30274" providerId="LiveId" clId="{C0057975-6769-4F61-B129-3CB624F78F2C}" dt="2025-10-08T08:37:04.346" v="43"/>
            <ac:spMkLst>
              <pc:docMk/>
              <pc:sldMasterMk cId="2030663256" sldId="2147484170"/>
              <pc:sldLayoutMk cId="3023892428" sldId="2147484183"/>
              <ac:spMk id="9" creationId="{54C7D192-E835-0A48-0A40-F45D83E2583F}"/>
            </ac:spMkLst>
          </pc:spChg>
          <pc:spChg chg="add del">
            <ac:chgData name="Thanusha Balasubramanian" userId="c23e4a9564a30274" providerId="LiveId" clId="{C0057975-6769-4F61-B129-3CB624F78F2C}" dt="2025-10-08T08:37:04.346" v="43"/>
            <ac:spMkLst>
              <pc:docMk/>
              <pc:sldMasterMk cId="2030663256" sldId="2147484170"/>
              <pc:sldLayoutMk cId="3023892428" sldId="2147484183"/>
              <ac:spMk id="10" creationId="{EFB376E1-8198-EB00-587E-C647BCF364D4}"/>
            </ac:spMkLst>
          </pc:spChg>
          <pc:spChg chg="add del">
            <ac:chgData name="Thanusha Balasubramanian" userId="c23e4a9564a30274" providerId="LiveId" clId="{C0057975-6769-4F61-B129-3CB624F78F2C}" dt="2025-10-08T08:37:04.346" v="43"/>
            <ac:spMkLst>
              <pc:docMk/>
              <pc:sldMasterMk cId="2030663256" sldId="2147484170"/>
              <pc:sldLayoutMk cId="3023892428" sldId="2147484183"/>
              <ac:spMk id="11" creationId="{1F94599F-6DE1-A082-E9E1-D732956078AB}"/>
            </ac:spMkLst>
          </pc:spChg>
        </pc:sldLayoutChg>
        <pc:sldLayoutChg chg="addSp delSp">
          <pc:chgData name="Thanusha Balasubramanian" userId="c23e4a9564a30274" providerId="LiveId" clId="{C0057975-6769-4F61-B129-3CB624F78F2C}" dt="2025-10-08T08:37:04.346" v="43"/>
          <pc:sldLayoutMkLst>
            <pc:docMk/>
            <pc:sldMasterMk cId="2030663256" sldId="2147484170"/>
            <pc:sldLayoutMk cId="911617066" sldId="2147484185"/>
          </pc:sldLayoutMkLst>
          <pc:spChg chg="add del">
            <ac:chgData name="Thanusha Balasubramanian" userId="c23e4a9564a30274" providerId="LiveId" clId="{C0057975-6769-4F61-B129-3CB624F78F2C}" dt="2025-10-08T08:37:04.346" v="43"/>
            <ac:spMkLst>
              <pc:docMk/>
              <pc:sldMasterMk cId="2030663256" sldId="2147484170"/>
              <pc:sldLayoutMk cId="911617066" sldId="2147484185"/>
              <ac:spMk id="9" creationId="{C662DADE-FB83-6BD4-1D72-E22F0783A67E}"/>
            </ac:spMkLst>
          </pc:spChg>
          <pc:spChg chg="add del">
            <ac:chgData name="Thanusha Balasubramanian" userId="c23e4a9564a30274" providerId="LiveId" clId="{C0057975-6769-4F61-B129-3CB624F78F2C}" dt="2025-10-08T08:37:04.346" v="43"/>
            <ac:spMkLst>
              <pc:docMk/>
              <pc:sldMasterMk cId="2030663256" sldId="2147484170"/>
              <pc:sldLayoutMk cId="911617066" sldId="2147484185"/>
              <ac:spMk id="10" creationId="{3A7CD6A0-64A5-5058-DFD2-8DD1FAF7BEEB}"/>
            </ac:spMkLst>
          </pc:spChg>
          <pc:spChg chg="add del">
            <ac:chgData name="Thanusha Balasubramanian" userId="c23e4a9564a30274" providerId="LiveId" clId="{C0057975-6769-4F61-B129-3CB624F78F2C}" dt="2025-10-08T08:37:04.346" v="43"/>
            <ac:spMkLst>
              <pc:docMk/>
              <pc:sldMasterMk cId="2030663256" sldId="2147484170"/>
              <pc:sldLayoutMk cId="911617066" sldId="2147484185"/>
              <ac:spMk id="11" creationId="{3E8E4321-3109-17F5-C530-4108033F07F5}"/>
            </ac:spMkLst>
          </pc:spChg>
          <pc:spChg chg="add del">
            <ac:chgData name="Thanusha Balasubramanian" userId="c23e4a9564a30274" providerId="LiveId" clId="{C0057975-6769-4F61-B129-3CB624F78F2C}" dt="2025-10-08T08:37:04.346" v="43"/>
            <ac:spMkLst>
              <pc:docMk/>
              <pc:sldMasterMk cId="2030663256" sldId="2147484170"/>
              <pc:sldLayoutMk cId="911617066" sldId="2147484185"/>
              <ac:spMk id="12" creationId="{0AAD0450-E765-A0E1-7C56-37246411FDD0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84DC64-B5D6-473C-88DE-FBFCE0DEA6BE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00817A3D-CE26-4777-B6CB-51B5979F023C}">
      <dgm:prSet phldrT="[Text]" phldr="0" custT="1"/>
      <dgm:spPr/>
      <dgm:t>
        <a:bodyPr/>
        <a:lstStyle/>
        <a:p>
          <a:r>
            <a:rPr lang="en-CA" sz="1600" dirty="0"/>
            <a:t>Pre-Cleaned Data</a:t>
          </a:r>
        </a:p>
      </dgm:t>
    </dgm:pt>
    <dgm:pt modelId="{59EBF924-41EA-4C1B-ACBB-B99F1FBD59CE}" type="parTrans" cxnId="{8824AEB5-66CE-470D-9762-8BAB290614F8}">
      <dgm:prSet/>
      <dgm:spPr/>
      <dgm:t>
        <a:bodyPr/>
        <a:lstStyle/>
        <a:p>
          <a:endParaRPr lang="en-CA" sz="1600"/>
        </a:p>
      </dgm:t>
    </dgm:pt>
    <dgm:pt modelId="{60859C86-14C8-43D4-A991-2A73B29F5F59}" type="sibTrans" cxnId="{8824AEB5-66CE-470D-9762-8BAB290614F8}">
      <dgm:prSet/>
      <dgm:spPr/>
      <dgm:t>
        <a:bodyPr/>
        <a:lstStyle/>
        <a:p>
          <a:endParaRPr lang="en-CA" sz="1600"/>
        </a:p>
      </dgm:t>
    </dgm:pt>
    <dgm:pt modelId="{54E4D5B1-A6F5-46BE-8880-7CE91E34206D}">
      <dgm:prSet phldrT="[Text]" phldr="0" custT="1"/>
      <dgm:spPr/>
      <dgm:t>
        <a:bodyPr/>
        <a:lstStyle/>
        <a:p>
          <a:r>
            <a:rPr lang="en-CA" sz="1600" dirty="0"/>
            <a:t>Transform Back to Raw</a:t>
          </a:r>
        </a:p>
      </dgm:t>
    </dgm:pt>
    <dgm:pt modelId="{0037EBD5-0304-44FC-BA3B-B36741E335F6}" type="parTrans" cxnId="{7577F0E3-D169-4F8B-A4EC-82FEB5ABBFA6}">
      <dgm:prSet/>
      <dgm:spPr/>
      <dgm:t>
        <a:bodyPr/>
        <a:lstStyle/>
        <a:p>
          <a:endParaRPr lang="en-CA" sz="1600"/>
        </a:p>
      </dgm:t>
    </dgm:pt>
    <dgm:pt modelId="{699BB491-71A9-4DC1-8B87-3E6F0A312AAA}" type="sibTrans" cxnId="{7577F0E3-D169-4F8B-A4EC-82FEB5ABBFA6}">
      <dgm:prSet/>
      <dgm:spPr/>
      <dgm:t>
        <a:bodyPr/>
        <a:lstStyle/>
        <a:p>
          <a:endParaRPr lang="en-CA" sz="1600"/>
        </a:p>
      </dgm:t>
    </dgm:pt>
    <dgm:pt modelId="{A9E93118-D44B-4C13-AA32-1490137574A5}">
      <dgm:prSet phldrT="[Text]" phldr="0" custT="1"/>
      <dgm:spPr/>
      <dgm:t>
        <a:bodyPr/>
        <a:lstStyle/>
        <a:p>
          <a:r>
            <a:rPr lang="en-CA" sz="1600" dirty="0"/>
            <a:t>Exploratory Visualizations </a:t>
          </a:r>
        </a:p>
      </dgm:t>
    </dgm:pt>
    <dgm:pt modelId="{06172B22-43F5-4F42-A18A-9D0F39CD6154}" type="parTrans" cxnId="{DDC8F713-773C-4CFE-9744-98EFBF7952EB}">
      <dgm:prSet/>
      <dgm:spPr/>
      <dgm:t>
        <a:bodyPr/>
        <a:lstStyle/>
        <a:p>
          <a:endParaRPr lang="en-CA" sz="1600"/>
        </a:p>
      </dgm:t>
    </dgm:pt>
    <dgm:pt modelId="{FAEB317C-7247-4160-8380-3BEC157A9CE8}" type="sibTrans" cxnId="{DDC8F713-773C-4CFE-9744-98EFBF7952EB}">
      <dgm:prSet/>
      <dgm:spPr/>
      <dgm:t>
        <a:bodyPr/>
        <a:lstStyle/>
        <a:p>
          <a:endParaRPr lang="en-CA" sz="1600"/>
        </a:p>
      </dgm:t>
    </dgm:pt>
    <dgm:pt modelId="{1A193E07-0939-4453-AED3-3970E9F027C3}">
      <dgm:prSet phldrT="[Text]" phldr="0" custT="1"/>
      <dgm:spPr/>
      <dgm:t>
        <a:bodyPr/>
        <a:lstStyle/>
        <a:p>
          <a:r>
            <a:rPr lang="en-CA" sz="1600" dirty="0"/>
            <a:t>Modeling</a:t>
          </a:r>
        </a:p>
      </dgm:t>
    </dgm:pt>
    <dgm:pt modelId="{06A851FC-0056-419E-8B87-E07127F12E79}" type="parTrans" cxnId="{9D47B131-38A7-4539-90F6-F65AF8F9F43B}">
      <dgm:prSet/>
      <dgm:spPr/>
      <dgm:t>
        <a:bodyPr/>
        <a:lstStyle/>
        <a:p>
          <a:endParaRPr lang="en-CA" sz="1600"/>
        </a:p>
      </dgm:t>
    </dgm:pt>
    <dgm:pt modelId="{87B80C5A-72A4-415D-8959-EAEBA272B310}" type="sibTrans" cxnId="{9D47B131-38A7-4539-90F6-F65AF8F9F43B}">
      <dgm:prSet/>
      <dgm:spPr/>
      <dgm:t>
        <a:bodyPr/>
        <a:lstStyle/>
        <a:p>
          <a:endParaRPr lang="en-CA" sz="1600"/>
        </a:p>
      </dgm:t>
    </dgm:pt>
    <dgm:pt modelId="{3529197B-D0BE-4532-B5C5-ACA18916429F}" type="pres">
      <dgm:prSet presAssocID="{9D84DC64-B5D6-473C-88DE-FBFCE0DEA6BE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48A69B6B-68A1-4D33-8C57-213679F03643}" type="pres">
      <dgm:prSet presAssocID="{00817A3D-CE26-4777-B6CB-51B5979F023C}" presName="Accent1" presStyleCnt="0"/>
      <dgm:spPr/>
    </dgm:pt>
    <dgm:pt modelId="{9519DB5D-7E3F-42DB-BBDD-99B49ACB4760}" type="pres">
      <dgm:prSet presAssocID="{00817A3D-CE26-4777-B6CB-51B5979F023C}" presName="Accent" presStyleLbl="node1" presStyleIdx="0" presStyleCnt="4"/>
      <dgm:spPr/>
    </dgm:pt>
    <dgm:pt modelId="{23176867-669A-4B35-8E11-FE8F4A6D6EC5}" type="pres">
      <dgm:prSet presAssocID="{00817A3D-CE26-4777-B6CB-51B5979F023C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51438724-75BA-4A1B-AEDB-101999C90EC4}" type="pres">
      <dgm:prSet presAssocID="{54E4D5B1-A6F5-46BE-8880-7CE91E34206D}" presName="Accent2" presStyleCnt="0"/>
      <dgm:spPr/>
    </dgm:pt>
    <dgm:pt modelId="{FB9B612A-094B-4FA8-A605-A7210B027D8E}" type="pres">
      <dgm:prSet presAssocID="{54E4D5B1-A6F5-46BE-8880-7CE91E34206D}" presName="Accent" presStyleLbl="node1" presStyleIdx="1" presStyleCnt="4"/>
      <dgm:spPr/>
    </dgm:pt>
    <dgm:pt modelId="{40D99B07-5B37-4197-8F8B-F805A9810426}" type="pres">
      <dgm:prSet presAssocID="{54E4D5B1-A6F5-46BE-8880-7CE91E34206D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69C66836-632A-4A8F-BAFD-52D7316CC6A4}" type="pres">
      <dgm:prSet presAssocID="{A9E93118-D44B-4C13-AA32-1490137574A5}" presName="Accent3" presStyleCnt="0"/>
      <dgm:spPr/>
    </dgm:pt>
    <dgm:pt modelId="{2DD9AAC0-F0D3-43C6-9AF7-C7BC65D11E03}" type="pres">
      <dgm:prSet presAssocID="{A9E93118-D44B-4C13-AA32-1490137574A5}" presName="Accent" presStyleLbl="node1" presStyleIdx="2" presStyleCnt="4"/>
      <dgm:spPr/>
    </dgm:pt>
    <dgm:pt modelId="{6BBF0D53-2FE8-4CF2-8E94-81FEF8FF22A3}" type="pres">
      <dgm:prSet presAssocID="{A9E93118-D44B-4C13-AA32-1490137574A5}" presName="Parent3" presStyleLbl="revTx" presStyleIdx="2" presStyleCnt="4" custScaleX="120999" custScaleY="71555">
        <dgm:presLayoutVars>
          <dgm:chMax val="1"/>
          <dgm:chPref val="1"/>
          <dgm:bulletEnabled val="1"/>
        </dgm:presLayoutVars>
      </dgm:prSet>
      <dgm:spPr/>
    </dgm:pt>
    <dgm:pt modelId="{D1452049-6B1D-4920-9F0D-B5C22AB0AC09}" type="pres">
      <dgm:prSet presAssocID="{1A193E07-0939-4453-AED3-3970E9F027C3}" presName="Accent4" presStyleCnt="0"/>
      <dgm:spPr/>
    </dgm:pt>
    <dgm:pt modelId="{125FA50F-E003-4802-BE93-E61A109784AF}" type="pres">
      <dgm:prSet presAssocID="{1A193E07-0939-4453-AED3-3970E9F027C3}" presName="Accent" presStyleLbl="node1" presStyleIdx="3" presStyleCnt="4"/>
      <dgm:spPr/>
    </dgm:pt>
    <dgm:pt modelId="{4AE6F73F-44F8-4CE3-9174-E4E382A3031E}" type="pres">
      <dgm:prSet presAssocID="{1A193E07-0939-4453-AED3-3970E9F027C3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BD7E1004-CC84-49E9-BCA2-A13620F76BEF}" type="presOf" srcId="{00817A3D-CE26-4777-B6CB-51B5979F023C}" destId="{23176867-669A-4B35-8E11-FE8F4A6D6EC5}" srcOrd="0" destOrd="0" presId="urn:microsoft.com/office/officeart/2009/layout/CircleArrowProcess"/>
    <dgm:cxn modelId="{79982E05-6819-490C-A967-C5F674337053}" type="presOf" srcId="{1A193E07-0939-4453-AED3-3970E9F027C3}" destId="{4AE6F73F-44F8-4CE3-9174-E4E382A3031E}" srcOrd="0" destOrd="0" presId="urn:microsoft.com/office/officeart/2009/layout/CircleArrowProcess"/>
    <dgm:cxn modelId="{DDC8F713-773C-4CFE-9744-98EFBF7952EB}" srcId="{9D84DC64-B5D6-473C-88DE-FBFCE0DEA6BE}" destId="{A9E93118-D44B-4C13-AA32-1490137574A5}" srcOrd="2" destOrd="0" parTransId="{06172B22-43F5-4F42-A18A-9D0F39CD6154}" sibTransId="{FAEB317C-7247-4160-8380-3BEC157A9CE8}"/>
    <dgm:cxn modelId="{9D47B131-38A7-4539-90F6-F65AF8F9F43B}" srcId="{9D84DC64-B5D6-473C-88DE-FBFCE0DEA6BE}" destId="{1A193E07-0939-4453-AED3-3970E9F027C3}" srcOrd="3" destOrd="0" parTransId="{06A851FC-0056-419E-8B87-E07127F12E79}" sibTransId="{87B80C5A-72A4-415D-8959-EAEBA272B310}"/>
    <dgm:cxn modelId="{BFD8415B-2EA7-4955-A9F3-843AD3B999FA}" type="presOf" srcId="{54E4D5B1-A6F5-46BE-8880-7CE91E34206D}" destId="{40D99B07-5B37-4197-8F8B-F805A9810426}" srcOrd="0" destOrd="0" presId="urn:microsoft.com/office/officeart/2009/layout/CircleArrowProcess"/>
    <dgm:cxn modelId="{47551D47-FC63-4B16-BA3F-769DB7E64897}" type="presOf" srcId="{9D84DC64-B5D6-473C-88DE-FBFCE0DEA6BE}" destId="{3529197B-D0BE-4532-B5C5-ACA18916429F}" srcOrd="0" destOrd="0" presId="urn:microsoft.com/office/officeart/2009/layout/CircleArrowProcess"/>
    <dgm:cxn modelId="{AC0FA39D-A547-4097-924F-31461505E7A7}" type="presOf" srcId="{A9E93118-D44B-4C13-AA32-1490137574A5}" destId="{6BBF0D53-2FE8-4CF2-8E94-81FEF8FF22A3}" srcOrd="0" destOrd="0" presId="urn:microsoft.com/office/officeart/2009/layout/CircleArrowProcess"/>
    <dgm:cxn modelId="{8824AEB5-66CE-470D-9762-8BAB290614F8}" srcId="{9D84DC64-B5D6-473C-88DE-FBFCE0DEA6BE}" destId="{00817A3D-CE26-4777-B6CB-51B5979F023C}" srcOrd="0" destOrd="0" parTransId="{59EBF924-41EA-4C1B-ACBB-B99F1FBD59CE}" sibTransId="{60859C86-14C8-43D4-A991-2A73B29F5F59}"/>
    <dgm:cxn modelId="{7577F0E3-D169-4F8B-A4EC-82FEB5ABBFA6}" srcId="{9D84DC64-B5D6-473C-88DE-FBFCE0DEA6BE}" destId="{54E4D5B1-A6F5-46BE-8880-7CE91E34206D}" srcOrd="1" destOrd="0" parTransId="{0037EBD5-0304-44FC-BA3B-B36741E335F6}" sibTransId="{699BB491-71A9-4DC1-8B87-3E6F0A312AAA}"/>
    <dgm:cxn modelId="{43F10B94-AE21-4BF3-A242-371F5BAC6AB7}" type="presParOf" srcId="{3529197B-D0BE-4532-B5C5-ACA18916429F}" destId="{48A69B6B-68A1-4D33-8C57-213679F03643}" srcOrd="0" destOrd="0" presId="urn:microsoft.com/office/officeart/2009/layout/CircleArrowProcess"/>
    <dgm:cxn modelId="{4A91BEB4-D60B-4F52-84EF-08AC0E6C80DA}" type="presParOf" srcId="{48A69B6B-68A1-4D33-8C57-213679F03643}" destId="{9519DB5D-7E3F-42DB-BBDD-99B49ACB4760}" srcOrd="0" destOrd="0" presId="urn:microsoft.com/office/officeart/2009/layout/CircleArrowProcess"/>
    <dgm:cxn modelId="{AFB5571A-71EF-49ED-BDE7-414569227C01}" type="presParOf" srcId="{3529197B-D0BE-4532-B5C5-ACA18916429F}" destId="{23176867-669A-4B35-8E11-FE8F4A6D6EC5}" srcOrd="1" destOrd="0" presId="urn:microsoft.com/office/officeart/2009/layout/CircleArrowProcess"/>
    <dgm:cxn modelId="{C9155DF9-B5F0-4EE2-AD26-3B6F0CAD8F32}" type="presParOf" srcId="{3529197B-D0BE-4532-B5C5-ACA18916429F}" destId="{51438724-75BA-4A1B-AEDB-101999C90EC4}" srcOrd="2" destOrd="0" presId="urn:microsoft.com/office/officeart/2009/layout/CircleArrowProcess"/>
    <dgm:cxn modelId="{6083CDBA-AE8E-4B76-BD93-AFD042B2258B}" type="presParOf" srcId="{51438724-75BA-4A1B-AEDB-101999C90EC4}" destId="{FB9B612A-094B-4FA8-A605-A7210B027D8E}" srcOrd="0" destOrd="0" presId="urn:microsoft.com/office/officeart/2009/layout/CircleArrowProcess"/>
    <dgm:cxn modelId="{47DFF50A-9731-44CD-A991-34B1CE4B914D}" type="presParOf" srcId="{3529197B-D0BE-4532-B5C5-ACA18916429F}" destId="{40D99B07-5B37-4197-8F8B-F805A9810426}" srcOrd="3" destOrd="0" presId="urn:microsoft.com/office/officeart/2009/layout/CircleArrowProcess"/>
    <dgm:cxn modelId="{F6095B9B-74EE-45A3-84DF-E7DBA0249A40}" type="presParOf" srcId="{3529197B-D0BE-4532-B5C5-ACA18916429F}" destId="{69C66836-632A-4A8F-BAFD-52D7316CC6A4}" srcOrd="4" destOrd="0" presId="urn:microsoft.com/office/officeart/2009/layout/CircleArrowProcess"/>
    <dgm:cxn modelId="{56FAC7C1-8C68-4E2D-BD9B-1FEBD1C70CBB}" type="presParOf" srcId="{69C66836-632A-4A8F-BAFD-52D7316CC6A4}" destId="{2DD9AAC0-F0D3-43C6-9AF7-C7BC65D11E03}" srcOrd="0" destOrd="0" presId="urn:microsoft.com/office/officeart/2009/layout/CircleArrowProcess"/>
    <dgm:cxn modelId="{74CCE757-5158-4848-B4E7-93752FE4EA33}" type="presParOf" srcId="{3529197B-D0BE-4532-B5C5-ACA18916429F}" destId="{6BBF0D53-2FE8-4CF2-8E94-81FEF8FF22A3}" srcOrd="5" destOrd="0" presId="urn:microsoft.com/office/officeart/2009/layout/CircleArrowProcess"/>
    <dgm:cxn modelId="{526D6FA1-EF9D-4FEA-AFBF-48D595BC166A}" type="presParOf" srcId="{3529197B-D0BE-4532-B5C5-ACA18916429F}" destId="{D1452049-6B1D-4920-9F0D-B5C22AB0AC09}" srcOrd="6" destOrd="0" presId="urn:microsoft.com/office/officeart/2009/layout/CircleArrowProcess"/>
    <dgm:cxn modelId="{3A630577-E770-447B-8EC4-A341F0D5C5F4}" type="presParOf" srcId="{D1452049-6B1D-4920-9F0D-B5C22AB0AC09}" destId="{125FA50F-E003-4802-BE93-E61A109784AF}" srcOrd="0" destOrd="0" presId="urn:microsoft.com/office/officeart/2009/layout/CircleArrowProcess"/>
    <dgm:cxn modelId="{11FAE859-7EB7-41E0-85C7-A354E800871D}" type="presParOf" srcId="{3529197B-D0BE-4532-B5C5-ACA18916429F}" destId="{4AE6F73F-44F8-4CE3-9174-E4E382A3031E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9DB5D-7E3F-42DB-BBDD-99B49ACB4760}">
      <dsp:nvSpPr>
        <dsp:cNvPr id="0" name=""/>
        <dsp:cNvSpPr/>
      </dsp:nvSpPr>
      <dsp:spPr>
        <a:xfrm>
          <a:off x="3326220" y="0"/>
          <a:ext cx="2043171" cy="204337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76867-669A-4B35-8E11-FE8F4A6D6EC5}">
      <dsp:nvSpPr>
        <dsp:cNvPr id="0" name=""/>
        <dsp:cNvSpPr/>
      </dsp:nvSpPr>
      <dsp:spPr>
        <a:xfrm>
          <a:off x="3777319" y="739648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Pre-Cleaned Data</a:t>
          </a:r>
        </a:p>
      </dsp:txBody>
      <dsp:txXfrm>
        <a:off x="3777319" y="739648"/>
        <a:ext cx="1140205" cy="570043"/>
      </dsp:txXfrm>
    </dsp:sp>
    <dsp:sp modelId="{FB9B612A-094B-4FA8-A605-A7210B027D8E}">
      <dsp:nvSpPr>
        <dsp:cNvPr id="0" name=""/>
        <dsp:cNvSpPr/>
      </dsp:nvSpPr>
      <dsp:spPr>
        <a:xfrm>
          <a:off x="2758608" y="1174225"/>
          <a:ext cx="2043171" cy="204337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D99B07-5B37-4197-8F8B-F805A9810426}">
      <dsp:nvSpPr>
        <dsp:cNvPr id="0" name=""/>
        <dsp:cNvSpPr/>
      </dsp:nvSpPr>
      <dsp:spPr>
        <a:xfrm>
          <a:off x="3207408" y="1916040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Transform Back to Raw</a:t>
          </a:r>
        </a:p>
      </dsp:txBody>
      <dsp:txXfrm>
        <a:off x="3207408" y="1916040"/>
        <a:ext cx="1140205" cy="570043"/>
      </dsp:txXfrm>
    </dsp:sp>
    <dsp:sp modelId="{2DD9AAC0-F0D3-43C6-9AF7-C7BC65D11E03}">
      <dsp:nvSpPr>
        <dsp:cNvPr id="0" name=""/>
        <dsp:cNvSpPr/>
      </dsp:nvSpPr>
      <dsp:spPr>
        <a:xfrm>
          <a:off x="3326220" y="2352785"/>
          <a:ext cx="2043171" cy="2043379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F0D53-2FE8-4CF2-8E94-81FEF8FF22A3}">
      <dsp:nvSpPr>
        <dsp:cNvPr id="0" name=""/>
        <dsp:cNvSpPr/>
      </dsp:nvSpPr>
      <dsp:spPr>
        <a:xfrm>
          <a:off x="3657603" y="3173507"/>
          <a:ext cx="1379637" cy="407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Exploratory Visualizations </a:t>
          </a:r>
        </a:p>
      </dsp:txBody>
      <dsp:txXfrm>
        <a:off x="3657603" y="3173507"/>
        <a:ext cx="1379637" cy="407894"/>
      </dsp:txXfrm>
    </dsp:sp>
    <dsp:sp modelId="{125FA50F-E003-4802-BE93-E61A109784AF}">
      <dsp:nvSpPr>
        <dsp:cNvPr id="0" name=""/>
        <dsp:cNvSpPr/>
      </dsp:nvSpPr>
      <dsp:spPr>
        <a:xfrm>
          <a:off x="2904248" y="3662477"/>
          <a:ext cx="1755341" cy="1756189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6F73F-44F8-4CE3-9174-E4E382A3031E}">
      <dsp:nvSpPr>
        <dsp:cNvPr id="0" name=""/>
        <dsp:cNvSpPr/>
      </dsp:nvSpPr>
      <dsp:spPr>
        <a:xfrm>
          <a:off x="3207408" y="4268825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Modeling</a:t>
          </a:r>
        </a:p>
      </dsp:txBody>
      <dsp:txXfrm>
        <a:off x="3207408" y="4268825"/>
        <a:ext cx="1140205" cy="570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53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73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0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43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93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60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24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41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Model 1 – Linear Regression, Model 2 – Random Forest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47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73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67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9D24-D9AD-4396-5156-E64561D61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CCE83-31F6-EBFC-81C9-25A572D32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AC126-3D36-4BAA-3EED-21AFD48DB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B9EF7-36D1-8568-ADD0-CC1D75F20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69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DC9C-742B-6813-BFE6-5DED9E72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04F7D-11E1-796D-B869-3CA95929C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D164D-593C-0761-0282-1EC058959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= (TP)/(TP + FP) – proportion of correctly identified positives (Spam recognition)</a:t>
            </a:r>
          </a:p>
          <a:p>
            <a:r>
              <a:rPr lang="en-US" dirty="0"/>
              <a:t>Recall = (TP)/(TP + FN) – proportion of identified positives which are actually positive (Disease Detection)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A19BD-B960-2594-773A-9962711F2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Business Insights &amp;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72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96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31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0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EA5D59-5512-467D-834D-D04827A6AF83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42362D5-E350-46C5-8BB1-F9E806A91933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BFE899EF-3666-4EAB-A626-E7AA02E66CC1}" type="datetime1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F92EF8E-B9EB-49F8-83E1-F362FA442011}" type="datetime1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9EEDB3-BC19-4021-830F-B822E1DE9789}" type="datetime1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014DD65C-314F-4399-90A8-B6DFCAF21BE4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7A3B59-4DAC-4AFE-874D-3A86EC3801A0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76FC08D9-20DE-421C-BE4E-310427BB699B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FC08D9-20DE-421C-BE4E-310427BB699B}" type="datetime1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F1AC263-88EE-42CC-B640-B12BA856CF71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68A32F6A-E7E2-4607-B207-B787B539B854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467FC12-63BB-4A63-9424-BFBF8E1D71D9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FA5-AD20-4A92-9D35-3CC6CFA49E64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892AD61-D199-4B74-B80B-2001400510FA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00D9374-B0AF-43C5-90A8-C409C7D54B55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BB6888-43ED-4D3A-B8DA-89EF29644561}" type="datetime1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27C7479B-2077-4468-85E0-F9294B46DEAE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28E9021D-675F-4984-8FE0-04DA4F4E22F1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A7F72289-EB8A-47CA-A283-A769C9E761BF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10/8/2025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10/8/2025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0B4A3A31-ACEE-4A00-9ED7-D579651BDB0B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0B4A3A31-ACEE-4A00-9ED7-D579651BDB0B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086C921-50A5-4289-8B96-30101E64A548}" type="datetime1">
              <a:rPr lang="en-US" smtClean="0"/>
              <a:t>10/8/2025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B948B66-4D7B-4FF2-9F42-B85226272225}" type="datetime1">
              <a:rPr lang="en-US" smtClean="0"/>
              <a:t>10/8/2025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6D1D18D0-7308-42C5-B784-8892F327ABD3}" type="datetime1">
              <a:rPr lang="en-US" smtClean="0"/>
              <a:t>10/8/2025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888334B-5C34-4E7E-A4B0-3A19575F6DD8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6C46EC71-0129-40A3-85CE-244216EACC39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888334B-5C34-4E7E-A4B0-3A19575F6DD8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CC8FB4D-92F2-4C28-8BFC-2AE0229C3E9A}" type="datetime1">
              <a:rPr lang="en-US" smtClean="0"/>
              <a:t>10/8/2025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B708C30-1428-4C16-AD49-DE42CFEA37BF}" type="datetime1">
              <a:rPr lang="en-US" smtClean="0"/>
              <a:t>10/8/2025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DCE8854E-90F8-4761-A9B8-18B1C5A3D25C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DF09C0-6535-4055-81CC-988E059C8EEC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85187EE-7BBC-405E-B3F5-9C3E88970356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7A35BA-41D5-4E87-94C2-E365E2A3656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A4345C7-9F39-4767-92C9-EBF29396D0A9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6891D2-C712-4357-A4F9-7362E459A272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4566FD-24FB-4338-A35C-D9AE347B4F66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2BF1DD-1BF4-406D-9906-B4846BCC8D55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0A52C9-A7D6-4EB8-8F3D-1519181DDC1D}" type="datetime1">
              <a:rPr lang="en-US" smtClean="0"/>
              <a:t>10/8/2025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E9CE581-A048-42A8-B14C-488A3338D2F0}" type="datetime1">
              <a:rPr lang="en-US" smtClean="0"/>
              <a:t>10/8/2025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37B15FB-E45F-4977-9C40-BB6531CE6EA6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8922BC5-E711-4A36-A80E-0A418F83672D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1D94988-488B-40CC-9623-27A54F95F7B4}" type="datetime1">
              <a:rPr lang="en-US" smtClean="0"/>
              <a:t>10/8/2025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A3C7011-18F0-49E4-85C9-3E22BE44E3EB}" type="datetime1">
              <a:rPr lang="en-US" smtClean="0"/>
              <a:t>10/8/2025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B1E6060-C53E-4F28-8D83-0C4FB26C4A3F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D3D1E3E-5DD4-4BAD-A138-1254BF94C224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7DF4F7BB-A1DF-4BD2-8D5B-CA9EB40127CE}" type="datetime1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6AA9-5764-F9AE-1962-58A17E91A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914400"/>
            <a:ext cx="10483927" cy="3492875"/>
          </a:xfrm>
        </p:spPr>
        <p:txBody>
          <a:bodyPr anchor="b">
            <a:normAutofit/>
          </a:bodyPr>
          <a:lstStyle/>
          <a:p>
            <a:r>
              <a:rPr lang="en-US" sz="6300" dirty="0"/>
              <a:t>Weather or Time? Understanding What Drives Capital Bikeshare Usage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4A40D-EF21-B4C2-9CA4-30B735FF1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91200"/>
            <a:ext cx="10483927" cy="816864"/>
          </a:xfrm>
        </p:spPr>
        <p:txBody>
          <a:bodyPr>
            <a:normAutofit/>
          </a:bodyPr>
          <a:lstStyle/>
          <a:p>
            <a:r>
              <a:rPr lang="en-US" dirty="0"/>
              <a:t>DATA 601 FALL 2025</a:t>
            </a:r>
          </a:p>
          <a:p>
            <a:r>
              <a:rPr lang="en-US" dirty="0"/>
              <a:t>Author: Thanusha Balasubramanian</a:t>
            </a:r>
          </a:p>
        </p:txBody>
      </p:sp>
    </p:spTree>
    <p:extLst>
      <p:ext uri="{BB962C8B-B14F-4D97-AF65-F5344CB8AC3E}">
        <p14:creationId xmlns:p14="http://schemas.microsoft.com/office/powerpoint/2010/main" val="13125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C7DC-71FD-12E3-0BA0-646B417B9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09600"/>
            <a:ext cx="5105400" cy="1527976"/>
          </a:xfrm>
        </p:spPr>
        <p:txBody>
          <a:bodyPr anchor="b">
            <a:normAutofit/>
          </a:bodyPr>
          <a:lstStyle/>
          <a:p>
            <a:r>
              <a:rPr lang="en-US" dirty="0"/>
              <a:t>About THE COMPANY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9FD5CDB-9756-4068-8311-72E92B20546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92321470"/>
              </p:ext>
            </p:extLst>
          </p:nvPr>
        </p:nvGraphicFramePr>
        <p:xfrm>
          <a:off x="6086168" y="838200"/>
          <a:ext cx="5562600" cy="457199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383523359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1049038882"/>
                    </a:ext>
                  </a:extLst>
                </a:gridCol>
              </a:tblGrid>
              <a:tr h="702791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spc="150" dirty="0">
                          <a:solidFill>
                            <a:srgbClr val="DADADA"/>
                          </a:solidFill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Quick Facts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2529" marR="62529" marT="62529" marB="625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19206"/>
                  </a:ext>
                </a:extLst>
              </a:tr>
              <a:tr h="644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Launch Year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2010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450458"/>
                  </a:ext>
                </a:extLst>
              </a:tr>
              <a:tr h="644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Initial Fleet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~400 bikes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737565"/>
                  </a:ext>
                </a:extLst>
              </a:tr>
              <a:tr h="644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Current Fleet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6,000+ bikes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48858"/>
                  </a:ext>
                </a:extLst>
              </a:tr>
              <a:tr h="644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Stations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700+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077563"/>
                  </a:ext>
                </a:extLst>
              </a:tr>
              <a:tr h="644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Membership Types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Casual (Single Ride or Day Pass), Registered (Annual)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211234"/>
                  </a:ext>
                </a:extLst>
              </a:tr>
              <a:tr h="644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Coverage Area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Washington, D.C., Maryland, Virginia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6235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A6A991E-95B3-0120-7B4F-EC07E2DB9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82" y="4876800"/>
            <a:ext cx="3810000" cy="7758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BD6118-0EAF-F66B-512B-37A1FDCEC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32" y="1981200"/>
            <a:ext cx="5040174" cy="27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2206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768F-64EB-281A-397D-40EE2D6DD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0058400" cy="5029200"/>
          </a:xfrm>
        </p:spPr>
        <p:txBody>
          <a:bodyPr anchor="b">
            <a:noAutofit/>
          </a:bodyPr>
          <a:lstStyle/>
          <a:p>
            <a:r>
              <a:rPr lang="en-US" sz="7200" dirty="0"/>
              <a:t>What is the relationship between weather and the number of bike share users in an hour?</a:t>
            </a:r>
          </a:p>
        </p:txBody>
      </p:sp>
    </p:spTree>
    <p:extLst>
      <p:ext uri="{BB962C8B-B14F-4D97-AF65-F5344CB8AC3E}">
        <p14:creationId xmlns:p14="http://schemas.microsoft.com/office/powerpoint/2010/main" val="42743501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47000">
              <a:schemeClr val="bg1"/>
            </a:gs>
            <a:gs pos="83000">
              <a:schemeClr val="accent2">
                <a:lumMod val="20000"/>
                <a:lumOff val="80000"/>
              </a:schemeClr>
            </a:gs>
            <a:gs pos="10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6A32-1E68-47E3-59C6-87384277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51" y="609600"/>
            <a:ext cx="6397753" cy="1527976"/>
          </a:xfrm>
        </p:spPr>
        <p:txBody>
          <a:bodyPr anchor="b">
            <a:normAutofit/>
          </a:bodyPr>
          <a:lstStyle/>
          <a:p>
            <a:r>
              <a:rPr lang="en-US" dirty="0"/>
              <a:t>Dataset &amp; Workflow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D2C3B53-DAE5-6838-1EEE-1665319D94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232961"/>
              </p:ext>
            </p:extLst>
          </p:nvPr>
        </p:nvGraphicFramePr>
        <p:xfrm>
          <a:off x="5410200" y="30480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8CC045D-DB6F-457A-415A-ECA1AE5BCD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32" y="2175676"/>
            <a:ext cx="658397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3346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A1EC-B3A5-A95A-3C02-E6DB5E8E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WEATHER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624489-C953-2B90-0ABF-DD5D1B097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6" y="1625600"/>
            <a:ext cx="4953001" cy="388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5A1489-1C23-1687-A9C6-D22FDDC31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1638300"/>
            <a:ext cx="5018123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7080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E47FDE2-5FCB-E05A-1015-8BEA63C50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62100"/>
            <a:ext cx="5171326" cy="381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2ACC64-FC69-D132-5A1D-81F6FADD8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rmAutofit/>
          </a:bodyPr>
          <a:lstStyle/>
          <a:p>
            <a:r>
              <a:rPr lang="en-US" dirty="0"/>
              <a:t>USER TYPE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026100-7238-223B-F2B4-5B7A1FA9D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1600201"/>
            <a:ext cx="5190066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2972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03D2-67BB-15FF-49E3-2E493F80F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0058400" cy="5029200"/>
          </a:xfrm>
        </p:spPr>
        <p:txBody>
          <a:bodyPr anchor="ctr">
            <a:normAutofit/>
          </a:bodyPr>
          <a:lstStyle/>
          <a:p>
            <a:r>
              <a:rPr lang="en-US" sz="9400" dirty="0"/>
              <a:t>What if we look at the hour?</a:t>
            </a:r>
          </a:p>
        </p:txBody>
      </p:sp>
    </p:spTree>
    <p:extLst>
      <p:ext uri="{BB962C8B-B14F-4D97-AF65-F5344CB8AC3E}">
        <p14:creationId xmlns:p14="http://schemas.microsoft.com/office/powerpoint/2010/main" val="39046637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E549-244D-A324-8203-CBBF22B2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6397753" cy="1527976"/>
          </a:xfrm>
        </p:spPr>
        <p:txBody>
          <a:bodyPr anchor="b">
            <a:normAutofit/>
          </a:bodyPr>
          <a:lstStyle/>
          <a:p>
            <a:r>
              <a:rPr lang="en-US" dirty="0"/>
              <a:t>Commutes?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704244-8577-C9A1-F564-395B8EC98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85800"/>
            <a:ext cx="6089971" cy="5056399"/>
          </a:xfrm>
          <a:prstGeom prst="rect">
            <a:avLst/>
          </a:prstGeom>
        </p:spPr>
      </p:pic>
      <p:pic>
        <p:nvPicPr>
          <p:cNvPr id="2050" name="Picture 2" descr="Cycle to Work Scheme: How to own a tax-free bike - With love from Lou">
            <a:extLst>
              <a:ext uri="{FF2B5EF4-FFF2-40B4-BE49-F238E27FC236}">
                <a16:creationId xmlns:a16="http://schemas.microsoft.com/office/drawing/2014/main" id="{2D3F73AC-1596-8C97-479B-2BC67C9DA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00660"/>
            <a:ext cx="4019254" cy="267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11831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C733-0447-5F2C-F2BC-38C80EFEA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0058400" cy="5029200"/>
          </a:xfrm>
        </p:spPr>
        <p:txBody>
          <a:bodyPr anchor="b">
            <a:normAutofit/>
          </a:bodyPr>
          <a:lstStyle/>
          <a:p>
            <a:r>
              <a:rPr lang="en-US" sz="9400" dirty="0"/>
              <a:t>Analysis: Modeling Approach and Results</a:t>
            </a:r>
          </a:p>
        </p:txBody>
      </p:sp>
    </p:spTree>
    <p:extLst>
      <p:ext uri="{BB962C8B-B14F-4D97-AF65-F5344CB8AC3E}">
        <p14:creationId xmlns:p14="http://schemas.microsoft.com/office/powerpoint/2010/main" val="32061712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6F604-8457-F8A1-C82A-B64821710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14400"/>
            <a:ext cx="6397753" cy="1527976"/>
          </a:xfrm>
        </p:spPr>
        <p:txBody>
          <a:bodyPr anchor="b">
            <a:normAutofit/>
          </a:bodyPr>
          <a:lstStyle/>
          <a:p>
            <a:r>
              <a:rPr lang="en-US" dirty="0"/>
              <a:t>Model 1 – Linear Regression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1CE07854-C64C-BFCE-1FA3-92FF16CC7A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0136264"/>
              </p:ext>
            </p:extLst>
          </p:nvPr>
        </p:nvGraphicFramePr>
        <p:xfrm>
          <a:off x="5334000" y="2283406"/>
          <a:ext cx="5410200" cy="350346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383523359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049038882"/>
                    </a:ext>
                  </a:extLst>
                </a:gridCol>
              </a:tblGrid>
              <a:tr h="5385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spc="150" dirty="0">
                          <a:solidFill>
                            <a:srgbClr val="DADADA"/>
                          </a:solidFill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Feature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spc="150" dirty="0">
                          <a:solidFill>
                            <a:srgbClr val="DADADA"/>
                          </a:solidFill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Coefficient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19206"/>
                  </a:ext>
                </a:extLst>
              </a:tr>
              <a:tr h="494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Hour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53.50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450458"/>
                  </a:ext>
                </a:extLst>
              </a:tr>
              <a:tr h="494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Feel Temperature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44.53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737565"/>
                  </a:ext>
                </a:extLst>
              </a:tr>
              <a:tr h="494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Year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40.71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48858"/>
                  </a:ext>
                </a:extLst>
              </a:tr>
              <a:tr h="494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Humidity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37.60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077563"/>
                  </a:ext>
                </a:extLst>
              </a:tr>
              <a:tr h="494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Season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21.89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211234"/>
                  </a:ext>
                </a:extLst>
              </a:tr>
              <a:tr h="494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Temperature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11.76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623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C158217-BEAB-7D70-9C55-F1D4EA3CEE12}"/>
              </a:ext>
            </a:extLst>
          </p:cNvPr>
          <p:cNvSpPr txBox="1"/>
          <p:nvPr/>
        </p:nvSpPr>
        <p:spPr>
          <a:xfrm>
            <a:off x="914400" y="2775795"/>
            <a:ext cx="381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RMSE = 139.78 </a:t>
            </a:r>
          </a:p>
          <a:p>
            <a:endParaRPr lang="en-CA" sz="2400" dirty="0"/>
          </a:p>
          <a:p>
            <a:r>
              <a:rPr lang="en-CA" sz="2400" dirty="0"/>
              <a:t>Mean of Users = 189.46</a:t>
            </a:r>
          </a:p>
          <a:p>
            <a:endParaRPr lang="en-CA" sz="2400" dirty="0"/>
          </a:p>
          <a:p>
            <a:r>
              <a:rPr lang="en-CA" sz="2400" dirty="0"/>
              <a:t>Median of Users = 142</a:t>
            </a:r>
          </a:p>
        </p:txBody>
      </p:sp>
    </p:spTree>
    <p:extLst>
      <p:ext uri="{BB962C8B-B14F-4D97-AF65-F5344CB8AC3E}">
        <p14:creationId xmlns:p14="http://schemas.microsoft.com/office/powerpoint/2010/main" val="141133722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D2D7-911F-C93A-C490-3C17E6DF1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04800"/>
            <a:ext cx="9217153" cy="2021003"/>
          </a:xfrm>
        </p:spPr>
        <p:txBody>
          <a:bodyPr anchor="b">
            <a:normAutofit/>
          </a:bodyPr>
          <a:lstStyle/>
          <a:p>
            <a:r>
              <a:rPr lang="en-US" sz="4800" dirty="0"/>
              <a:t>Model 2 – Random Forest Classification: Bucketing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7C5B8346-B1D9-7050-ACD1-465CCC6DD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8405030"/>
              </p:ext>
            </p:extLst>
          </p:nvPr>
        </p:nvGraphicFramePr>
        <p:xfrm>
          <a:off x="838200" y="2971800"/>
          <a:ext cx="6477000" cy="246233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383523359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049038882"/>
                    </a:ext>
                  </a:extLst>
                </a:gridCol>
              </a:tblGrid>
              <a:tr h="6497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spc="150" dirty="0">
                          <a:solidFill>
                            <a:srgbClr val="DADADA"/>
                          </a:solidFill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User Count Bucket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spc="150" dirty="0">
                          <a:solidFill>
                            <a:srgbClr val="DADADA"/>
                          </a:solidFill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No. of Users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19206"/>
                  </a:ext>
                </a:extLst>
              </a:tr>
              <a:tr h="596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Low Usage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&lt;40 users ~ Bottom 25%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450458"/>
                  </a:ext>
                </a:extLst>
              </a:tr>
              <a:tr h="596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Medium Usage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40 – 281 Users ~ Middle 50%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737565"/>
                  </a:ext>
                </a:extLst>
              </a:tr>
              <a:tr h="596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High Usage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&gt;281 Users ~ Top 25%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48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93380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603E7-088C-4045-FEDF-66FC15360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9ECB-B90F-7A96-9243-4F833C43E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04800"/>
            <a:ext cx="9445753" cy="2021003"/>
          </a:xfrm>
        </p:spPr>
        <p:txBody>
          <a:bodyPr anchor="b">
            <a:normAutofit/>
          </a:bodyPr>
          <a:lstStyle/>
          <a:p>
            <a:r>
              <a:rPr lang="en-US" sz="4800" dirty="0"/>
              <a:t>Model 2 – Random Forest Classification: Features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FDC673-2BEB-A2EC-C5B3-F0DCB64F0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325803"/>
            <a:ext cx="5623248" cy="346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05C84A3-E592-52A9-55B4-70B456A7D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31904"/>
            <a:ext cx="4343400" cy="339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25419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6115A-67F9-9EC5-06AB-AC3DF21C6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9FD8-0E01-C862-FD3F-0925B901A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04800"/>
            <a:ext cx="5370082" cy="297180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Model 2 – Random Forest Classification: Model Accuracy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3B17F75-37D9-45A3-CBDE-4FE9BFFEF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728" y="685800"/>
            <a:ext cx="5582112" cy="463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888C55-20F7-C15E-C7C3-3DA0072469B1}"/>
              </a:ext>
            </a:extLst>
          </p:cNvPr>
          <p:cNvSpPr txBox="1"/>
          <p:nvPr/>
        </p:nvSpPr>
        <p:spPr>
          <a:xfrm>
            <a:off x="1066800" y="3374333"/>
            <a:ext cx="381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Accuracy = 0.7891</a:t>
            </a:r>
          </a:p>
          <a:p>
            <a:endParaRPr lang="en-CA" sz="2400" dirty="0"/>
          </a:p>
          <a:p>
            <a:r>
              <a:rPr lang="en-CA" sz="2400" dirty="0"/>
              <a:t>Precision = 0.8003</a:t>
            </a:r>
          </a:p>
          <a:p>
            <a:endParaRPr lang="en-CA" sz="2400" dirty="0"/>
          </a:p>
          <a:p>
            <a:r>
              <a:rPr lang="en-CA" sz="2400" dirty="0"/>
              <a:t>Recall = 0.7891</a:t>
            </a:r>
          </a:p>
        </p:txBody>
      </p:sp>
    </p:spTree>
    <p:extLst>
      <p:ext uri="{BB962C8B-B14F-4D97-AF65-F5344CB8AC3E}">
        <p14:creationId xmlns:p14="http://schemas.microsoft.com/office/powerpoint/2010/main" val="119775958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1F8F-E485-6643-141C-6B6615283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0058400" cy="5029200"/>
          </a:xfrm>
        </p:spPr>
        <p:txBody>
          <a:bodyPr anchor="ctr">
            <a:normAutofit/>
          </a:bodyPr>
          <a:lstStyle/>
          <a:p>
            <a:r>
              <a:rPr lang="en-US" sz="7700" dirty="0"/>
              <a:t>Application: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4314272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E80C-3562-6D63-35E7-47AD2589A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657" y="533400"/>
            <a:ext cx="6397753" cy="1527976"/>
          </a:xfrm>
        </p:spPr>
        <p:txBody>
          <a:bodyPr anchor="b">
            <a:normAutofit/>
          </a:bodyPr>
          <a:lstStyle/>
          <a:p>
            <a:r>
              <a:rPr lang="en-US" sz="5000" dirty="0"/>
              <a:t>Business Insights &amp; Applications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E3348FD5-6EF2-0E62-6815-EE9BEBBB0F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0175461"/>
              </p:ext>
            </p:extLst>
          </p:nvPr>
        </p:nvGraphicFramePr>
        <p:xfrm>
          <a:off x="1066800" y="2590800"/>
          <a:ext cx="9448800" cy="281940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168127">
                  <a:extLst>
                    <a:ext uri="{9D8B030D-6E8A-4147-A177-3AD203B41FA5}">
                      <a16:colId xmlns:a16="http://schemas.microsoft.com/office/drawing/2014/main" val="3835233591"/>
                    </a:ext>
                  </a:extLst>
                </a:gridCol>
                <a:gridCol w="6280673">
                  <a:extLst>
                    <a:ext uri="{9D8B030D-6E8A-4147-A177-3AD203B41FA5}">
                      <a16:colId xmlns:a16="http://schemas.microsoft.com/office/drawing/2014/main" val="1049038882"/>
                    </a:ext>
                  </a:extLst>
                </a:gridCol>
              </a:tblGrid>
              <a:tr h="674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spc="150" dirty="0">
                          <a:solidFill>
                            <a:srgbClr val="DADADA"/>
                          </a:solidFill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Application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cap="all" spc="150" dirty="0">
                          <a:solidFill>
                            <a:srgbClr val="DADADA"/>
                          </a:solidFill>
                          <a:latin typeface="ADLaM Display" panose="020F0502020204030204" pitchFamily="2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Recommendation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19206"/>
                  </a:ext>
                </a:extLst>
              </a:tr>
              <a:tr h="619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Dynamic Pricing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Apply surcharge during peak hours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450458"/>
                  </a:ext>
                </a:extLst>
              </a:tr>
              <a:tr h="762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Operational Efficiency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Charge and redistribute bikes during low-use hours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737565"/>
                  </a:ext>
                </a:extLst>
              </a:tr>
              <a:tr h="762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Marketing Opportunities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Incentivize off-peak rides with discounts or loyalty offers</a:t>
                      </a:r>
                    </a:p>
                  </a:txBody>
                  <a:tcPr marL="62529" marR="62529" marT="62529" marB="625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48858"/>
                  </a:ext>
                </a:extLst>
              </a:tr>
            </a:tbl>
          </a:graphicData>
        </a:graphic>
      </p:graphicFrame>
      <p:pic>
        <p:nvPicPr>
          <p:cNvPr id="10" name="Graphic 9" descr="Cycling with solid fill">
            <a:extLst>
              <a:ext uri="{FF2B5EF4-FFF2-40B4-BE49-F238E27FC236}">
                <a16:creationId xmlns:a16="http://schemas.microsoft.com/office/drawing/2014/main" id="{84F4FA40-3C01-CDEA-CE82-5256DBA46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0" y="228600"/>
            <a:ext cx="2057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9512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5F7E-8A50-41FC-1A09-AF4AE7127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90600"/>
            <a:ext cx="10058400" cy="5029200"/>
          </a:xfrm>
        </p:spPr>
        <p:txBody>
          <a:bodyPr anchor="ctr">
            <a:normAutofit/>
          </a:bodyPr>
          <a:lstStyle/>
          <a:p>
            <a:r>
              <a:rPr lang="en-US" dirty="0"/>
              <a:t>Sometimes You Find the unexpected</a:t>
            </a:r>
          </a:p>
        </p:txBody>
      </p:sp>
    </p:spTree>
    <p:extLst>
      <p:ext uri="{BB962C8B-B14F-4D97-AF65-F5344CB8AC3E}">
        <p14:creationId xmlns:p14="http://schemas.microsoft.com/office/powerpoint/2010/main" val="10947396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444E-F05B-E809-D81D-83C29FED8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rmAutofit/>
          </a:bodyPr>
          <a:lstStyle/>
          <a:p>
            <a:r>
              <a:rPr lang="en-US" dirty="0"/>
              <a:t>Future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A26C1-3BF6-F565-B6DD-DFCE89E47297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6274" y="2324100"/>
            <a:ext cx="9899325" cy="4038600"/>
          </a:xfrm>
        </p:spPr>
        <p:txBody>
          <a:bodyPr>
            <a:no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400" b="1" dirty="0"/>
              <a:t>Improvement on Regression Model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CA" sz="2400" dirty="0"/>
              <a:t>The regression model was built before our class on regression, so I may proceed to fine tune the model. (</a:t>
            </a:r>
            <a:r>
              <a:rPr lang="en-CA" sz="2400" dirty="0" err="1"/>
              <a:t>ie</a:t>
            </a:r>
            <a:r>
              <a:rPr lang="en-CA" sz="2400" dirty="0"/>
              <a:t>. Adjust features included, maybe transform the data). Check the conditions of the model (Data 602) to see if the residuals are normally distributed and check for homoscedasticity.</a:t>
            </a:r>
            <a:endParaRPr lang="en-US" sz="2400" dirty="0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400" b="1" dirty="0"/>
              <a:t>Additional Fine Tuning of Classification Model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CA" sz="2400" dirty="0"/>
              <a:t>I will change the hyperparameters, beyond number of features (ex: max depth) to improve model. Try a different classification for usage.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42622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Copilot Layouts_win32_KO_V11" id="{190D3195-6803-4DBD-A5E5-D3BB0A934856}" vid="{D3DF0ADA-3EA0-49DE-8FCB-DFEAAB5B3A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F10072-02C4-49CD-A62E-A2D45571E0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427</Words>
  <Application>Microsoft Office PowerPoint</Application>
  <PresentationFormat>Widescreen</PresentationFormat>
  <Paragraphs>102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ADLaM Display</vt:lpstr>
      <vt:lpstr>Aptos</vt:lpstr>
      <vt:lpstr>Arial</vt:lpstr>
      <vt:lpstr>Bahnschrift SemiLight</vt:lpstr>
      <vt:lpstr>Blockwork elegance</vt:lpstr>
      <vt:lpstr>Weather or Time? Understanding What Drives Capital Bikeshare Usage</vt:lpstr>
      <vt:lpstr>About THE COMPANY</vt:lpstr>
      <vt:lpstr>What is the relationship between weather and the number of bike share users in an hour?</vt:lpstr>
      <vt:lpstr>Dataset &amp; Workflow</vt:lpstr>
      <vt:lpstr>WEATHER</vt:lpstr>
      <vt:lpstr>USER TYPE</vt:lpstr>
      <vt:lpstr>What if we look at the hour?</vt:lpstr>
      <vt:lpstr>Commutes?</vt:lpstr>
      <vt:lpstr>Analysis: Modeling Approach and Results</vt:lpstr>
      <vt:lpstr>Model 1 – Linear Regression</vt:lpstr>
      <vt:lpstr>Model 2 – Random Forest Classification: Bucketing</vt:lpstr>
      <vt:lpstr>Model 2 – Random Forest Classification: Features</vt:lpstr>
      <vt:lpstr>Model 2 – Random Forest Classification: Model Accuracy</vt:lpstr>
      <vt:lpstr>Application: Business Recommendations</vt:lpstr>
      <vt:lpstr>Business Insights &amp; Applications</vt:lpstr>
      <vt:lpstr>Sometimes You Find the unexpected</vt:lpstr>
      <vt:lpstr>Future Of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Thanusha Balasubramanian</dc:creator>
  <cp:lastModifiedBy>Thanusha Balasubramanian</cp:lastModifiedBy>
  <cp:revision>3</cp:revision>
  <dcterms:created xsi:type="dcterms:W3CDTF">2025-08-04T03:17:32Z</dcterms:created>
  <dcterms:modified xsi:type="dcterms:W3CDTF">2025-10-08T17:29:04Z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